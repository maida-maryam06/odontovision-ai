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2387F5D-4EDE-4049-A46B-7FDFA6EDE785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2DA3470-C557-4DA3-BA2A-A95EB4503BED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AI-powered educational platform for dental students</a:t>
          </a:r>
        </a:p>
      </dgm:t>
    </dgm:pt>
    <dgm:pt modelId="{9C54E24C-8DC1-4B00-9E63-1C636DECB160}" type="parTrans" cxnId="{8BDDC78A-5F6D-4B1B-9C26-02A4F3D7ED76}">
      <dgm:prSet/>
      <dgm:spPr/>
      <dgm:t>
        <a:bodyPr/>
        <a:lstStyle/>
        <a:p>
          <a:endParaRPr lang="en-US"/>
        </a:p>
      </dgm:t>
    </dgm:pt>
    <dgm:pt modelId="{15D70A84-AE66-41A6-B753-A46646C78518}" type="sibTrans" cxnId="{8BDDC78A-5F6D-4B1B-9C26-02A4F3D7ED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15BD72-D9E7-4872-8306-24177B95DC6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Focused on Odontogenic Oral Pathology </a:t>
          </a:r>
        </a:p>
      </dgm:t>
    </dgm:pt>
    <dgm:pt modelId="{6BE84CCA-7035-4DB3-B275-4E956A73E80A}" type="parTrans" cxnId="{209E866E-BB0D-4B79-9B82-8C9BA0D2F724}">
      <dgm:prSet/>
      <dgm:spPr/>
      <dgm:t>
        <a:bodyPr/>
        <a:lstStyle/>
        <a:p>
          <a:endParaRPr lang="en-US"/>
        </a:p>
      </dgm:t>
    </dgm:pt>
    <dgm:pt modelId="{4CA6C289-D55B-4D7B-8170-A7F9B4436B16}" type="sibTrans" cxnId="{209E866E-BB0D-4B79-9B82-8C9BA0D2F72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86A960F-05A7-4D4C-99E3-611BC276E01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Integrates AI, Firebase and interactive learning </a:t>
          </a:r>
        </a:p>
      </dgm:t>
    </dgm:pt>
    <dgm:pt modelId="{67AAEAA6-B288-4BDE-B323-872A552FCCD2}" type="parTrans" cxnId="{5B9C3DD8-A686-4CBE-9424-A6E5FB65F7E3}">
      <dgm:prSet/>
      <dgm:spPr/>
      <dgm:t>
        <a:bodyPr/>
        <a:lstStyle/>
        <a:p>
          <a:endParaRPr lang="en-US"/>
        </a:p>
      </dgm:t>
    </dgm:pt>
    <dgm:pt modelId="{763150B1-B5C8-494A-A1C0-FA0394C11B3B}" type="sibTrans" cxnId="{5B9C3DD8-A686-4CBE-9424-A6E5FB65F7E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060DFB8-3483-46E4-94B2-94E19CB3EE47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Includes AI Oral Pathology Tutor chatbot</a:t>
          </a:r>
        </a:p>
      </dgm:t>
    </dgm:pt>
    <dgm:pt modelId="{1E76F13A-6513-4576-B4BF-4E9C1487E22A}" type="parTrans" cxnId="{E618BA68-5958-44C1-92A6-8CB2B99B23E2}">
      <dgm:prSet/>
      <dgm:spPr/>
      <dgm:t>
        <a:bodyPr/>
        <a:lstStyle/>
        <a:p>
          <a:endParaRPr lang="en-US"/>
        </a:p>
      </dgm:t>
    </dgm:pt>
    <dgm:pt modelId="{6BA23BE5-5D75-4B00-B8A6-700EFC7CC061}" type="sibTrans" cxnId="{E618BA68-5958-44C1-92A6-8CB2B99B23E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7E4022-4C0E-441B-8B6A-1AD2A32A9892}">
      <dgm:prSet/>
      <dgm:spPr/>
      <dgm:t>
        <a:bodyPr/>
        <a:lstStyle/>
        <a:p>
          <a:pPr>
            <a:lnSpc>
              <a:spcPct val="100000"/>
            </a:lnSpc>
            <a:buNone/>
          </a:pPr>
          <a:r>
            <a:rPr lang="en-US" dirty="0"/>
            <a:t>Includes AR learning, 3D dental models, and faculty analytics</a:t>
          </a:r>
        </a:p>
      </dgm:t>
    </dgm:pt>
    <dgm:pt modelId="{294FB217-1601-4E8D-8A44-A616EF506361}" type="parTrans" cxnId="{D8143581-2092-4AB5-A375-A4242413F24E}">
      <dgm:prSet/>
      <dgm:spPr/>
      <dgm:t>
        <a:bodyPr/>
        <a:lstStyle/>
        <a:p>
          <a:endParaRPr lang="en-US"/>
        </a:p>
      </dgm:t>
    </dgm:pt>
    <dgm:pt modelId="{0A6EE0E8-78CC-488B-A052-A1400499D56B}" type="sibTrans" cxnId="{D8143581-2092-4AB5-A375-A4242413F24E}">
      <dgm:prSet/>
      <dgm:spPr/>
      <dgm:t>
        <a:bodyPr/>
        <a:lstStyle/>
        <a:p>
          <a:endParaRPr lang="en-US"/>
        </a:p>
      </dgm:t>
    </dgm:pt>
    <dgm:pt modelId="{48D2A7A6-5778-4FD9-98FB-05EEF27D3AE5}" type="pres">
      <dgm:prSet presAssocID="{C2387F5D-4EDE-4049-A46B-7FDFA6EDE785}" presName="root" presStyleCnt="0">
        <dgm:presLayoutVars>
          <dgm:dir/>
          <dgm:resizeHandles val="exact"/>
        </dgm:presLayoutVars>
      </dgm:prSet>
      <dgm:spPr/>
    </dgm:pt>
    <dgm:pt modelId="{C6846FB8-65AA-4E96-BE70-23C377F90929}" type="pres">
      <dgm:prSet presAssocID="{C2387F5D-4EDE-4049-A46B-7FDFA6EDE785}" presName="container" presStyleCnt="0">
        <dgm:presLayoutVars>
          <dgm:dir/>
          <dgm:resizeHandles val="exact"/>
        </dgm:presLayoutVars>
      </dgm:prSet>
      <dgm:spPr/>
    </dgm:pt>
    <dgm:pt modelId="{9481C551-A789-4F7D-8EB2-513359F9812E}" type="pres">
      <dgm:prSet presAssocID="{C2DA3470-C557-4DA3-BA2A-A95EB4503BED}" presName="compNode" presStyleCnt="0"/>
      <dgm:spPr/>
    </dgm:pt>
    <dgm:pt modelId="{9471D284-9487-466C-99EC-386C1A1636EF}" type="pres">
      <dgm:prSet presAssocID="{C2DA3470-C557-4DA3-BA2A-A95EB4503BED}" presName="iconBgRect" presStyleLbl="bgShp" presStyleIdx="0" presStyleCnt="5"/>
      <dgm:spPr/>
    </dgm:pt>
    <dgm:pt modelId="{1B081F73-DEC9-4DE8-96E8-6A6698DE0990}" type="pres">
      <dgm:prSet presAssocID="{C2DA3470-C557-4DA3-BA2A-A95EB4503BED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th"/>
        </a:ext>
      </dgm:extLst>
    </dgm:pt>
    <dgm:pt modelId="{42F36530-3B88-4910-A3E3-429453C7EC7A}" type="pres">
      <dgm:prSet presAssocID="{C2DA3470-C557-4DA3-BA2A-A95EB4503BED}" presName="spaceRect" presStyleCnt="0"/>
      <dgm:spPr/>
    </dgm:pt>
    <dgm:pt modelId="{799EAA11-C583-4F9B-A2B2-D2FAB5178FD2}" type="pres">
      <dgm:prSet presAssocID="{C2DA3470-C557-4DA3-BA2A-A95EB4503BED}" presName="textRect" presStyleLbl="revTx" presStyleIdx="0" presStyleCnt="5">
        <dgm:presLayoutVars>
          <dgm:chMax val="1"/>
          <dgm:chPref val="1"/>
        </dgm:presLayoutVars>
      </dgm:prSet>
      <dgm:spPr/>
    </dgm:pt>
    <dgm:pt modelId="{7D272F4A-2359-4E41-ABFA-D9F594BEF225}" type="pres">
      <dgm:prSet presAssocID="{15D70A84-AE66-41A6-B753-A46646C78518}" presName="sibTrans" presStyleLbl="sibTrans2D1" presStyleIdx="0" presStyleCnt="0"/>
      <dgm:spPr/>
    </dgm:pt>
    <dgm:pt modelId="{4703AF81-AB62-4DB8-B192-1ECEC5C4F3A3}" type="pres">
      <dgm:prSet presAssocID="{FD15BD72-D9E7-4872-8306-24177B95DC69}" presName="compNode" presStyleCnt="0"/>
      <dgm:spPr/>
    </dgm:pt>
    <dgm:pt modelId="{CE88A30A-6134-40F6-8AF1-2C3D800DD929}" type="pres">
      <dgm:prSet presAssocID="{FD15BD72-D9E7-4872-8306-24177B95DC69}" presName="iconBgRect" presStyleLbl="bgShp" presStyleIdx="1" presStyleCnt="5"/>
      <dgm:spPr/>
    </dgm:pt>
    <dgm:pt modelId="{4C43E07C-8E89-4492-9CA7-F67BEEA8423D}" type="pres">
      <dgm:prSet presAssocID="{FD15BD72-D9E7-4872-8306-24177B95DC6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BA4EA6A3-1B8B-44F9-A857-E745602EC574}" type="pres">
      <dgm:prSet presAssocID="{FD15BD72-D9E7-4872-8306-24177B95DC69}" presName="spaceRect" presStyleCnt="0"/>
      <dgm:spPr/>
    </dgm:pt>
    <dgm:pt modelId="{89A0B07B-BF59-47E8-8988-B8EB3A1ECF87}" type="pres">
      <dgm:prSet presAssocID="{FD15BD72-D9E7-4872-8306-24177B95DC69}" presName="textRect" presStyleLbl="revTx" presStyleIdx="1" presStyleCnt="5">
        <dgm:presLayoutVars>
          <dgm:chMax val="1"/>
          <dgm:chPref val="1"/>
        </dgm:presLayoutVars>
      </dgm:prSet>
      <dgm:spPr/>
    </dgm:pt>
    <dgm:pt modelId="{F3E04902-6E40-444F-8F12-C08EBB5CC2F7}" type="pres">
      <dgm:prSet presAssocID="{4CA6C289-D55B-4D7B-8170-A7F9B4436B16}" presName="sibTrans" presStyleLbl="sibTrans2D1" presStyleIdx="0" presStyleCnt="0"/>
      <dgm:spPr/>
    </dgm:pt>
    <dgm:pt modelId="{69AEDAEA-A0F0-4052-AC90-79A80E19FB2D}" type="pres">
      <dgm:prSet presAssocID="{A86A960F-05A7-4D4C-99E3-611BC276E010}" presName="compNode" presStyleCnt="0"/>
      <dgm:spPr/>
    </dgm:pt>
    <dgm:pt modelId="{E8DC7DDC-A7EE-4E0B-AA81-8F2E7C7FF173}" type="pres">
      <dgm:prSet presAssocID="{A86A960F-05A7-4D4C-99E3-611BC276E010}" presName="iconBgRect" presStyleLbl="bgShp" presStyleIdx="2" presStyleCnt="5"/>
      <dgm:spPr/>
    </dgm:pt>
    <dgm:pt modelId="{7C081AB9-6D49-468A-8538-FCF4C126A9D2}" type="pres">
      <dgm:prSet presAssocID="{A86A960F-05A7-4D4C-99E3-611BC276E010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F9356C-F08F-47FF-8940-7E1D48B84F73}" type="pres">
      <dgm:prSet presAssocID="{A86A960F-05A7-4D4C-99E3-611BC276E010}" presName="spaceRect" presStyleCnt="0"/>
      <dgm:spPr/>
    </dgm:pt>
    <dgm:pt modelId="{B3D69A5B-9F50-47F0-B61E-E69D00F80498}" type="pres">
      <dgm:prSet presAssocID="{A86A960F-05A7-4D4C-99E3-611BC276E010}" presName="textRect" presStyleLbl="revTx" presStyleIdx="2" presStyleCnt="5">
        <dgm:presLayoutVars>
          <dgm:chMax val="1"/>
          <dgm:chPref val="1"/>
        </dgm:presLayoutVars>
      </dgm:prSet>
      <dgm:spPr/>
    </dgm:pt>
    <dgm:pt modelId="{2F049C32-0539-435E-8808-2EA1F0F52E22}" type="pres">
      <dgm:prSet presAssocID="{763150B1-B5C8-494A-A1C0-FA0394C11B3B}" presName="sibTrans" presStyleLbl="sibTrans2D1" presStyleIdx="0" presStyleCnt="0"/>
      <dgm:spPr/>
    </dgm:pt>
    <dgm:pt modelId="{AD261741-B719-4EA6-8252-4DC274986268}" type="pres">
      <dgm:prSet presAssocID="{1060DFB8-3483-46E4-94B2-94E19CB3EE47}" presName="compNode" presStyleCnt="0"/>
      <dgm:spPr/>
    </dgm:pt>
    <dgm:pt modelId="{9995348F-0B24-498D-8037-366DF291ED9B}" type="pres">
      <dgm:prSet presAssocID="{1060DFB8-3483-46E4-94B2-94E19CB3EE47}" presName="iconBgRect" presStyleLbl="bgShp" presStyleIdx="3" presStyleCnt="5"/>
      <dgm:spPr/>
    </dgm:pt>
    <dgm:pt modelId="{B809A0C1-23FD-4CF1-B268-18E417242F37}" type="pres">
      <dgm:prSet presAssocID="{1060DFB8-3483-46E4-94B2-94E19CB3EE47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F0ECD32B-7C94-4AD6-8D04-C2B83C58E7E6}" type="pres">
      <dgm:prSet presAssocID="{1060DFB8-3483-46E4-94B2-94E19CB3EE47}" presName="spaceRect" presStyleCnt="0"/>
      <dgm:spPr/>
    </dgm:pt>
    <dgm:pt modelId="{26BF933F-FE4E-4564-9A5F-2587E18C1A13}" type="pres">
      <dgm:prSet presAssocID="{1060DFB8-3483-46E4-94B2-94E19CB3EE47}" presName="textRect" presStyleLbl="revTx" presStyleIdx="3" presStyleCnt="5">
        <dgm:presLayoutVars>
          <dgm:chMax val="1"/>
          <dgm:chPref val="1"/>
        </dgm:presLayoutVars>
      </dgm:prSet>
      <dgm:spPr/>
    </dgm:pt>
    <dgm:pt modelId="{70FB06EE-583D-4D90-93D1-744953C4453D}" type="pres">
      <dgm:prSet presAssocID="{6BA23BE5-5D75-4B00-B8A6-700EFC7CC061}" presName="sibTrans" presStyleLbl="sibTrans2D1" presStyleIdx="0" presStyleCnt="0"/>
      <dgm:spPr/>
    </dgm:pt>
    <dgm:pt modelId="{D19F47D1-174F-4923-8BF9-01DC49D174AF}" type="pres">
      <dgm:prSet presAssocID="{FD7E4022-4C0E-441B-8B6A-1AD2A32A9892}" presName="compNode" presStyleCnt="0"/>
      <dgm:spPr/>
    </dgm:pt>
    <dgm:pt modelId="{EC87342F-3545-499C-AAB6-71BFF294B948}" type="pres">
      <dgm:prSet presAssocID="{FD7E4022-4C0E-441B-8B6A-1AD2A32A9892}" presName="iconBgRect" presStyleLbl="bgShp" presStyleIdx="4" presStyleCnt="5"/>
      <dgm:spPr/>
    </dgm:pt>
    <dgm:pt modelId="{0A9EF083-858E-4FAD-BE23-B5A4E11D2F2E}" type="pres">
      <dgm:prSet presAssocID="{FD7E4022-4C0E-441B-8B6A-1AD2A32A9892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FF5D6BB-6448-4B3B-9A48-6F81F45CD7CA}" type="pres">
      <dgm:prSet presAssocID="{FD7E4022-4C0E-441B-8B6A-1AD2A32A9892}" presName="spaceRect" presStyleCnt="0"/>
      <dgm:spPr/>
    </dgm:pt>
    <dgm:pt modelId="{553F3BCD-1A09-4150-ADBA-B209E5451962}" type="pres">
      <dgm:prSet presAssocID="{FD7E4022-4C0E-441B-8B6A-1AD2A32A989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81F990F-C098-42F0-8BEF-DCF101B1F724}" type="presOf" srcId="{FD15BD72-D9E7-4872-8306-24177B95DC69}" destId="{89A0B07B-BF59-47E8-8988-B8EB3A1ECF87}" srcOrd="0" destOrd="0" presId="urn:microsoft.com/office/officeart/2018/2/layout/IconCircleList"/>
    <dgm:cxn modelId="{3FC41636-34B2-48E0-8D63-359AE5B879F6}" type="presOf" srcId="{FD7E4022-4C0E-441B-8B6A-1AD2A32A9892}" destId="{553F3BCD-1A09-4150-ADBA-B209E5451962}" srcOrd="0" destOrd="0" presId="urn:microsoft.com/office/officeart/2018/2/layout/IconCircleList"/>
    <dgm:cxn modelId="{2F766E41-D68D-4C8F-9B66-FACF87381E4C}" type="presOf" srcId="{A86A960F-05A7-4D4C-99E3-611BC276E010}" destId="{B3D69A5B-9F50-47F0-B61E-E69D00F80498}" srcOrd="0" destOrd="0" presId="urn:microsoft.com/office/officeart/2018/2/layout/IconCircleList"/>
    <dgm:cxn modelId="{E57E0748-DC38-4E8E-81B9-FCB379BB351F}" type="presOf" srcId="{1060DFB8-3483-46E4-94B2-94E19CB3EE47}" destId="{26BF933F-FE4E-4564-9A5F-2587E18C1A13}" srcOrd="0" destOrd="0" presId="urn:microsoft.com/office/officeart/2018/2/layout/IconCircleList"/>
    <dgm:cxn modelId="{E618BA68-5958-44C1-92A6-8CB2B99B23E2}" srcId="{C2387F5D-4EDE-4049-A46B-7FDFA6EDE785}" destId="{1060DFB8-3483-46E4-94B2-94E19CB3EE47}" srcOrd="3" destOrd="0" parTransId="{1E76F13A-6513-4576-B4BF-4E9C1487E22A}" sibTransId="{6BA23BE5-5D75-4B00-B8A6-700EFC7CC061}"/>
    <dgm:cxn modelId="{209E866E-BB0D-4B79-9B82-8C9BA0D2F724}" srcId="{C2387F5D-4EDE-4049-A46B-7FDFA6EDE785}" destId="{FD15BD72-D9E7-4872-8306-24177B95DC69}" srcOrd="1" destOrd="0" parTransId="{6BE84CCA-7035-4DB3-B275-4E956A73E80A}" sibTransId="{4CA6C289-D55B-4D7B-8170-A7F9B4436B16}"/>
    <dgm:cxn modelId="{D8143581-2092-4AB5-A375-A4242413F24E}" srcId="{C2387F5D-4EDE-4049-A46B-7FDFA6EDE785}" destId="{FD7E4022-4C0E-441B-8B6A-1AD2A32A9892}" srcOrd="4" destOrd="0" parTransId="{294FB217-1601-4E8D-8A44-A616EF506361}" sibTransId="{0A6EE0E8-78CC-488B-A052-A1400499D56B}"/>
    <dgm:cxn modelId="{8BDDC78A-5F6D-4B1B-9C26-02A4F3D7ED76}" srcId="{C2387F5D-4EDE-4049-A46B-7FDFA6EDE785}" destId="{C2DA3470-C557-4DA3-BA2A-A95EB4503BED}" srcOrd="0" destOrd="0" parTransId="{9C54E24C-8DC1-4B00-9E63-1C636DECB160}" sibTransId="{15D70A84-AE66-41A6-B753-A46646C78518}"/>
    <dgm:cxn modelId="{6B0FF098-014F-489F-AA88-F5A77E8C99B4}" type="presOf" srcId="{C2387F5D-4EDE-4049-A46B-7FDFA6EDE785}" destId="{48D2A7A6-5778-4FD9-98FB-05EEF27D3AE5}" srcOrd="0" destOrd="0" presId="urn:microsoft.com/office/officeart/2018/2/layout/IconCircleList"/>
    <dgm:cxn modelId="{48D1C0A6-525E-4F7F-BD49-C96033887BC0}" type="presOf" srcId="{6BA23BE5-5D75-4B00-B8A6-700EFC7CC061}" destId="{70FB06EE-583D-4D90-93D1-744953C4453D}" srcOrd="0" destOrd="0" presId="urn:microsoft.com/office/officeart/2018/2/layout/IconCircleList"/>
    <dgm:cxn modelId="{671D3EAA-43BD-4371-9B2C-498AC9B98D00}" type="presOf" srcId="{C2DA3470-C557-4DA3-BA2A-A95EB4503BED}" destId="{799EAA11-C583-4F9B-A2B2-D2FAB5178FD2}" srcOrd="0" destOrd="0" presId="urn:microsoft.com/office/officeart/2018/2/layout/IconCircleList"/>
    <dgm:cxn modelId="{C76677D1-4BF1-4D32-8DC2-1E8B99DB1F52}" type="presOf" srcId="{4CA6C289-D55B-4D7B-8170-A7F9B4436B16}" destId="{F3E04902-6E40-444F-8F12-C08EBB5CC2F7}" srcOrd="0" destOrd="0" presId="urn:microsoft.com/office/officeart/2018/2/layout/IconCircleList"/>
    <dgm:cxn modelId="{5B9C3DD8-A686-4CBE-9424-A6E5FB65F7E3}" srcId="{C2387F5D-4EDE-4049-A46B-7FDFA6EDE785}" destId="{A86A960F-05A7-4D4C-99E3-611BC276E010}" srcOrd="2" destOrd="0" parTransId="{67AAEAA6-B288-4BDE-B323-872A552FCCD2}" sibTransId="{763150B1-B5C8-494A-A1C0-FA0394C11B3B}"/>
    <dgm:cxn modelId="{BFBCE1F8-EE5C-417F-8FFE-BAA9A1091BDB}" type="presOf" srcId="{763150B1-B5C8-494A-A1C0-FA0394C11B3B}" destId="{2F049C32-0539-435E-8808-2EA1F0F52E22}" srcOrd="0" destOrd="0" presId="urn:microsoft.com/office/officeart/2018/2/layout/IconCircleList"/>
    <dgm:cxn modelId="{F0EC3BFF-D645-41AC-8BAA-06EECDE3D77A}" type="presOf" srcId="{15D70A84-AE66-41A6-B753-A46646C78518}" destId="{7D272F4A-2359-4E41-ABFA-D9F594BEF225}" srcOrd="0" destOrd="0" presId="urn:microsoft.com/office/officeart/2018/2/layout/IconCircleList"/>
    <dgm:cxn modelId="{571510E3-DDBF-4BD9-8CF2-54C315FB12FF}" type="presParOf" srcId="{48D2A7A6-5778-4FD9-98FB-05EEF27D3AE5}" destId="{C6846FB8-65AA-4E96-BE70-23C377F90929}" srcOrd="0" destOrd="0" presId="urn:microsoft.com/office/officeart/2018/2/layout/IconCircleList"/>
    <dgm:cxn modelId="{918C6134-CE60-493C-9778-16088AC4FEC0}" type="presParOf" srcId="{C6846FB8-65AA-4E96-BE70-23C377F90929}" destId="{9481C551-A789-4F7D-8EB2-513359F9812E}" srcOrd="0" destOrd="0" presId="urn:microsoft.com/office/officeart/2018/2/layout/IconCircleList"/>
    <dgm:cxn modelId="{8E87F798-AB4E-4032-A5B1-31E175B9513E}" type="presParOf" srcId="{9481C551-A789-4F7D-8EB2-513359F9812E}" destId="{9471D284-9487-466C-99EC-386C1A1636EF}" srcOrd="0" destOrd="0" presId="urn:microsoft.com/office/officeart/2018/2/layout/IconCircleList"/>
    <dgm:cxn modelId="{E2C39E3F-07F0-44D7-97AF-430D54D06F98}" type="presParOf" srcId="{9481C551-A789-4F7D-8EB2-513359F9812E}" destId="{1B081F73-DEC9-4DE8-96E8-6A6698DE0990}" srcOrd="1" destOrd="0" presId="urn:microsoft.com/office/officeart/2018/2/layout/IconCircleList"/>
    <dgm:cxn modelId="{2B015973-79DF-477E-BFD1-2A83DCB458C3}" type="presParOf" srcId="{9481C551-A789-4F7D-8EB2-513359F9812E}" destId="{42F36530-3B88-4910-A3E3-429453C7EC7A}" srcOrd="2" destOrd="0" presId="urn:microsoft.com/office/officeart/2018/2/layout/IconCircleList"/>
    <dgm:cxn modelId="{7D59BB79-F7D3-4B28-BCBC-DBFE660B1A9D}" type="presParOf" srcId="{9481C551-A789-4F7D-8EB2-513359F9812E}" destId="{799EAA11-C583-4F9B-A2B2-D2FAB5178FD2}" srcOrd="3" destOrd="0" presId="urn:microsoft.com/office/officeart/2018/2/layout/IconCircleList"/>
    <dgm:cxn modelId="{2231F7B3-A7EB-4F42-8B3E-B991E15CBC76}" type="presParOf" srcId="{C6846FB8-65AA-4E96-BE70-23C377F90929}" destId="{7D272F4A-2359-4E41-ABFA-D9F594BEF225}" srcOrd="1" destOrd="0" presId="urn:microsoft.com/office/officeart/2018/2/layout/IconCircleList"/>
    <dgm:cxn modelId="{279B807D-0668-4C17-BED1-2837B03F73A2}" type="presParOf" srcId="{C6846FB8-65AA-4E96-BE70-23C377F90929}" destId="{4703AF81-AB62-4DB8-B192-1ECEC5C4F3A3}" srcOrd="2" destOrd="0" presId="urn:microsoft.com/office/officeart/2018/2/layout/IconCircleList"/>
    <dgm:cxn modelId="{D262427E-1BDD-4A24-8289-736EFB193921}" type="presParOf" srcId="{4703AF81-AB62-4DB8-B192-1ECEC5C4F3A3}" destId="{CE88A30A-6134-40F6-8AF1-2C3D800DD929}" srcOrd="0" destOrd="0" presId="urn:microsoft.com/office/officeart/2018/2/layout/IconCircleList"/>
    <dgm:cxn modelId="{955CFC02-9F74-4988-B9CA-393922F5CF97}" type="presParOf" srcId="{4703AF81-AB62-4DB8-B192-1ECEC5C4F3A3}" destId="{4C43E07C-8E89-4492-9CA7-F67BEEA8423D}" srcOrd="1" destOrd="0" presId="urn:microsoft.com/office/officeart/2018/2/layout/IconCircleList"/>
    <dgm:cxn modelId="{E8D0635E-718E-42D4-8507-F92D6D401794}" type="presParOf" srcId="{4703AF81-AB62-4DB8-B192-1ECEC5C4F3A3}" destId="{BA4EA6A3-1B8B-44F9-A857-E745602EC574}" srcOrd="2" destOrd="0" presId="urn:microsoft.com/office/officeart/2018/2/layout/IconCircleList"/>
    <dgm:cxn modelId="{8151BCA0-C59B-47FF-9104-EB5A0F7BB5DB}" type="presParOf" srcId="{4703AF81-AB62-4DB8-B192-1ECEC5C4F3A3}" destId="{89A0B07B-BF59-47E8-8988-B8EB3A1ECF87}" srcOrd="3" destOrd="0" presId="urn:microsoft.com/office/officeart/2018/2/layout/IconCircleList"/>
    <dgm:cxn modelId="{815C7368-27E0-49E2-A998-4F908EEEA277}" type="presParOf" srcId="{C6846FB8-65AA-4E96-BE70-23C377F90929}" destId="{F3E04902-6E40-444F-8F12-C08EBB5CC2F7}" srcOrd="3" destOrd="0" presId="urn:microsoft.com/office/officeart/2018/2/layout/IconCircleList"/>
    <dgm:cxn modelId="{34551082-67E1-45EC-B21B-A313A296E472}" type="presParOf" srcId="{C6846FB8-65AA-4E96-BE70-23C377F90929}" destId="{69AEDAEA-A0F0-4052-AC90-79A80E19FB2D}" srcOrd="4" destOrd="0" presId="urn:microsoft.com/office/officeart/2018/2/layout/IconCircleList"/>
    <dgm:cxn modelId="{D210F2B5-D617-4DF3-B709-1E8F6B53FE37}" type="presParOf" srcId="{69AEDAEA-A0F0-4052-AC90-79A80E19FB2D}" destId="{E8DC7DDC-A7EE-4E0B-AA81-8F2E7C7FF173}" srcOrd="0" destOrd="0" presId="urn:microsoft.com/office/officeart/2018/2/layout/IconCircleList"/>
    <dgm:cxn modelId="{6FEB8F96-2965-464C-A5A6-7BCFB927727F}" type="presParOf" srcId="{69AEDAEA-A0F0-4052-AC90-79A80E19FB2D}" destId="{7C081AB9-6D49-468A-8538-FCF4C126A9D2}" srcOrd="1" destOrd="0" presId="urn:microsoft.com/office/officeart/2018/2/layout/IconCircleList"/>
    <dgm:cxn modelId="{B712AD3F-14E5-4ACD-85FC-7376848FFA95}" type="presParOf" srcId="{69AEDAEA-A0F0-4052-AC90-79A80E19FB2D}" destId="{A7F9356C-F08F-47FF-8940-7E1D48B84F73}" srcOrd="2" destOrd="0" presId="urn:microsoft.com/office/officeart/2018/2/layout/IconCircleList"/>
    <dgm:cxn modelId="{3230ED07-315E-418B-9707-A799A4C8AAE6}" type="presParOf" srcId="{69AEDAEA-A0F0-4052-AC90-79A80E19FB2D}" destId="{B3D69A5B-9F50-47F0-B61E-E69D00F80498}" srcOrd="3" destOrd="0" presId="urn:microsoft.com/office/officeart/2018/2/layout/IconCircleList"/>
    <dgm:cxn modelId="{F7ED1162-5F4A-4456-B1CA-04B25C71C8D2}" type="presParOf" srcId="{C6846FB8-65AA-4E96-BE70-23C377F90929}" destId="{2F049C32-0539-435E-8808-2EA1F0F52E22}" srcOrd="5" destOrd="0" presId="urn:microsoft.com/office/officeart/2018/2/layout/IconCircleList"/>
    <dgm:cxn modelId="{A393C1BA-138B-4C7D-A2C5-544611E3E35D}" type="presParOf" srcId="{C6846FB8-65AA-4E96-BE70-23C377F90929}" destId="{AD261741-B719-4EA6-8252-4DC274986268}" srcOrd="6" destOrd="0" presId="urn:microsoft.com/office/officeart/2018/2/layout/IconCircleList"/>
    <dgm:cxn modelId="{319C12B8-4D1E-4A5D-9CF4-D8FD4E5C470A}" type="presParOf" srcId="{AD261741-B719-4EA6-8252-4DC274986268}" destId="{9995348F-0B24-498D-8037-366DF291ED9B}" srcOrd="0" destOrd="0" presId="urn:microsoft.com/office/officeart/2018/2/layout/IconCircleList"/>
    <dgm:cxn modelId="{C18031BD-B5A0-439E-8436-3E421DCEE1BE}" type="presParOf" srcId="{AD261741-B719-4EA6-8252-4DC274986268}" destId="{B809A0C1-23FD-4CF1-B268-18E417242F37}" srcOrd="1" destOrd="0" presId="urn:microsoft.com/office/officeart/2018/2/layout/IconCircleList"/>
    <dgm:cxn modelId="{974762DB-CB15-45C9-8547-A3E398496ABA}" type="presParOf" srcId="{AD261741-B719-4EA6-8252-4DC274986268}" destId="{F0ECD32B-7C94-4AD6-8D04-C2B83C58E7E6}" srcOrd="2" destOrd="0" presId="urn:microsoft.com/office/officeart/2018/2/layout/IconCircleList"/>
    <dgm:cxn modelId="{0AAFE8EF-6553-470D-815D-91F6AE356C29}" type="presParOf" srcId="{AD261741-B719-4EA6-8252-4DC274986268}" destId="{26BF933F-FE4E-4564-9A5F-2587E18C1A13}" srcOrd="3" destOrd="0" presId="urn:microsoft.com/office/officeart/2018/2/layout/IconCircleList"/>
    <dgm:cxn modelId="{936D227F-F46C-4D03-A4BD-35C15B816CCE}" type="presParOf" srcId="{C6846FB8-65AA-4E96-BE70-23C377F90929}" destId="{70FB06EE-583D-4D90-93D1-744953C4453D}" srcOrd="7" destOrd="0" presId="urn:microsoft.com/office/officeart/2018/2/layout/IconCircleList"/>
    <dgm:cxn modelId="{4DA1C038-7125-43A2-B946-A1641BDC0B3F}" type="presParOf" srcId="{C6846FB8-65AA-4E96-BE70-23C377F90929}" destId="{D19F47D1-174F-4923-8BF9-01DC49D174AF}" srcOrd="8" destOrd="0" presId="urn:microsoft.com/office/officeart/2018/2/layout/IconCircleList"/>
    <dgm:cxn modelId="{8FA9C87E-3F3F-4890-ABF4-708240E768D0}" type="presParOf" srcId="{D19F47D1-174F-4923-8BF9-01DC49D174AF}" destId="{EC87342F-3545-499C-AAB6-71BFF294B948}" srcOrd="0" destOrd="0" presId="urn:microsoft.com/office/officeart/2018/2/layout/IconCircleList"/>
    <dgm:cxn modelId="{BAC5266E-4A70-4E2A-A0BE-BDF2933074BF}" type="presParOf" srcId="{D19F47D1-174F-4923-8BF9-01DC49D174AF}" destId="{0A9EF083-858E-4FAD-BE23-B5A4E11D2F2E}" srcOrd="1" destOrd="0" presId="urn:microsoft.com/office/officeart/2018/2/layout/IconCircleList"/>
    <dgm:cxn modelId="{6598DF30-1232-43A5-8F64-D7B435DAC0B7}" type="presParOf" srcId="{D19F47D1-174F-4923-8BF9-01DC49D174AF}" destId="{2FF5D6BB-6448-4B3B-9A48-6F81F45CD7CA}" srcOrd="2" destOrd="0" presId="urn:microsoft.com/office/officeart/2018/2/layout/IconCircleList"/>
    <dgm:cxn modelId="{AD10930B-ED0E-4D77-84C8-9D9D2E0145D7}" type="presParOf" srcId="{D19F47D1-174F-4923-8BF9-01DC49D174AF}" destId="{553F3BCD-1A09-4150-ADBA-B209E545196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125B55-C603-4A6D-8479-CC06A87E7CB0}" type="doc">
      <dgm:prSet loTypeId="urn:microsoft.com/office/officeart/2016/7/layout/BasicLinearProcessNumbered" loCatId="process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45918338-2A7F-45EA-BE31-F1D5A9EF2BE4}">
      <dgm:prSet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en-US" dirty="0"/>
            <a:t>Develop an interactive mobile learning platform</a:t>
          </a:r>
        </a:p>
      </dgm:t>
    </dgm:pt>
    <dgm:pt modelId="{93211546-2D30-40BF-BA41-C00E074FA05F}" type="parTrans" cxnId="{35CEE48E-3EAD-4C15-B052-3DB86281283C}">
      <dgm:prSet/>
      <dgm:spPr/>
      <dgm:t>
        <a:bodyPr/>
        <a:lstStyle/>
        <a:p>
          <a:endParaRPr lang="en-US"/>
        </a:p>
      </dgm:t>
    </dgm:pt>
    <dgm:pt modelId="{7953AD71-7867-4BF6-872B-6E2EA5A18113}" type="sibTrans" cxnId="{35CEE48E-3EAD-4C15-B052-3DB86281283C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B19919B-28CF-40C2-A6F1-0FD1037D6FF0}">
      <dgm:prSet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en-US" dirty="0"/>
            <a:t>Implement AI Oral Pathology Tutor chatbot</a:t>
          </a:r>
        </a:p>
      </dgm:t>
    </dgm:pt>
    <dgm:pt modelId="{26B0F160-D863-465E-9ECA-76D393FC4620}" type="parTrans" cxnId="{47700932-D4A6-4F73-B118-DB0F03419DB4}">
      <dgm:prSet/>
      <dgm:spPr/>
      <dgm:t>
        <a:bodyPr/>
        <a:lstStyle/>
        <a:p>
          <a:endParaRPr lang="en-US"/>
        </a:p>
      </dgm:t>
    </dgm:pt>
    <dgm:pt modelId="{2F9F9992-0A5A-4AA2-B35C-E784E4D83F25}" type="sibTrans" cxnId="{47700932-D4A6-4F73-B118-DB0F03419DB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C27F199-8D7A-4FF6-8114-394500BDDEB3}">
      <dgm:prSet/>
      <dgm:spPr/>
      <dgm:t>
        <a:bodyPr/>
        <a:lstStyle/>
        <a:p>
          <a:pPr algn="ctr">
            <a:lnSpc>
              <a:spcPct val="100000"/>
            </a:lnSpc>
            <a:defRPr cap="all"/>
          </a:pPr>
          <a:r>
            <a:rPr lang="en-US" dirty="0"/>
            <a:t>Generate quizzes automatically from PDFs &amp; images</a:t>
          </a:r>
        </a:p>
      </dgm:t>
    </dgm:pt>
    <dgm:pt modelId="{63D50978-32DD-4E2A-9772-12AA8495C728}" type="parTrans" cxnId="{E27D50BF-AA53-43A0-A56F-F4734088166C}">
      <dgm:prSet/>
      <dgm:spPr/>
      <dgm:t>
        <a:bodyPr/>
        <a:lstStyle/>
        <a:p>
          <a:endParaRPr lang="en-US"/>
        </a:p>
      </dgm:t>
    </dgm:pt>
    <dgm:pt modelId="{31485DCB-CA8D-4039-BFDA-B26F18F2913C}" type="sibTrans" cxnId="{E27D50BF-AA53-43A0-A56F-F4734088166C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5E01ECD2-A0CE-4CE9-B425-5C9C619DD386}">
      <dgm:prSet/>
      <dgm:spPr/>
      <dgm:t>
        <a:bodyPr/>
        <a:lstStyle/>
        <a:p>
          <a:pPr algn="ctr">
            <a:lnSpc>
              <a:spcPct val="100000"/>
            </a:lnSpc>
            <a:buNone/>
          </a:pPr>
          <a:r>
            <a:rPr lang="en-US" dirty="0"/>
            <a:t>PROVIDE FACULTY LECTURE UPLOAD &amp; QUIZ SOLUTION</a:t>
          </a:r>
        </a:p>
      </dgm:t>
    </dgm:pt>
    <dgm:pt modelId="{FD2B1C67-09A7-4E46-B182-CAEBEEBA4C2A}" type="parTrans" cxnId="{65CFA2CF-1426-4C0E-AC27-0A2AAF2D23A0}">
      <dgm:prSet/>
      <dgm:spPr/>
      <dgm:t>
        <a:bodyPr/>
        <a:lstStyle/>
        <a:p>
          <a:endParaRPr lang="en-US"/>
        </a:p>
      </dgm:t>
    </dgm:pt>
    <dgm:pt modelId="{EC204732-A010-4ED4-BA3C-AFE783C47CB2}" type="sibTrans" cxnId="{65CFA2CF-1426-4C0E-AC27-0A2AAF2D23A0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5405D353-D3D9-4E7B-8B24-604F29EB6D4F}">
      <dgm:prSet/>
      <dgm:spPr/>
      <dgm:t>
        <a:bodyPr/>
        <a:lstStyle/>
        <a:p>
          <a:pPr algn="ctr">
            <a:lnSpc>
              <a:spcPct val="100000"/>
            </a:lnSpc>
            <a:buNone/>
          </a:pPr>
          <a:r>
            <a:rPr lang="en-US" dirty="0"/>
            <a:t>MONITOR STUDENT PERFORMANCE &amp; ANALYTICS</a:t>
          </a:r>
        </a:p>
      </dgm:t>
    </dgm:pt>
    <dgm:pt modelId="{DC983A1D-0425-4D05-96CD-A53E67CA88CB}" type="parTrans" cxnId="{46AAED74-B481-4569-B4B8-CC2813A29108}">
      <dgm:prSet/>
      <dgm:spPr/>
      <dgm:t>
        <a:bodyPr/>
        <a:lstStyle/>
        <a:p>
          <a:endParaRPr lang="en-US"/>
        </a:p>
      </dgm:t>
    </dgm:pt>
    <dgm:pt modelId="{853D46D2-E741-4DED-BD88-4F6A73BFC659}" type="sibTrans" cxnId="{46AAED74-B481-4569-B4B8-CC2813A29108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C94FCD26-78AB-4EA9-B079-B4F9241C4BEE}">
      <dgm:prSet/>
      <dgm:spPr/>
      <dgm:t>
        <a:bodyPr/>
        <a:lstStyle/>
        <a:p>
          <a:pPr algn="ctr">
            <a:lnSpc>
              <a:spcPct val="100000"/>
            </a:lnSpc>
            <a:buNone/>
          </a:pPr>
          <a:r>
            <a:rPr lang="en-US" dirty="0"/>
            <a:t>EXPLORE AR &amp; 3D VISUALIZATION TECHNOLOGIES</a:t>
          </a:r>
        </a:p>
      </dgm:t>
    </dgm:pt>
    <dgm:pt modelId="{16264C21-EB6D-4E58-9A4B-DD6C4F94B7C0}" type="parTrans" cxnId="{8B4777A6-7EFD-4723-AFFE-89A43D26875D}">
      <dgm:prSet/>
      <dgm:spPr/>
      <dgm:t>
        <a:bodyPr/>
        <a:lstStyle/>
        <a:p>
          <a:endParaRPr lang="en-US"/>
        </a:p>
      </dgm:t>
    </dgm:pt>
    <dgm:pt modelId="{586593FA-ECB4-4E15-8B1E-A33CECEF634E}" type="sibTrans" cxnId="{8B4777A6-7EFD-4723-AFFE-89A43D26875D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F007D6C1-3C7E-4402-B233-0A454ACCC59E}" type="pres">
      <dgm:prSet presAssocID="{AC125B55-C603-4A6D-8479-CC06A87E7CB0}" presName="Name0" presStyleCnt="0">
        <dgm:presLayoutVars>
          <dgm:animLvl val="lvl"/>
          <dgm:resizeHandles val="exact"/>
        </dgm:presLayoutVars>
      </dgm:prSet>
      <dgm:spPr/>
    </dgm:pt>
    <dgm:pt modelId="{B026DE2F-3EFB-44F5-83E4-6040848AA414}" type="pres">
      <dgm:prSet presAssocID="{45918338-2A7F-45EA-BE31-F1D5A9EF2BE4}" presName="compositeNode" presStyleCnt="0">
        <dgm:presLayoutVars>
          <dgm:bulletEnabled val="1"/>
        </dgm:presLayoutVars>
      </dgm:prSet>
      <dgm:spPr/>
    </dgm:pt>
    <dgm:pt modelId="{7F1F5631-2D2E-4DFB-BCD8-B824C7CCA1F0}" type="pres">
      <dgm:prSet presAssocID="{45918338-2A7F-45EA-BE31-F1D5A9EF2BE4}" presName="bgRect" presStyleLbl="bgAccFollowNode1" presStyleIdx="0" presStyleCnt="6"/>
      <dgm:spPr/>
    </dgm:pt>
    <dgm:pt modelId="{F07A3B95-1937-43E4-A2B2-24BD86D96C2E}" type="pres">
      <dgm:prSet presAssocID="{7953AD71-7867-4BF6-872B-6E2EA5A18113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B034730B-5DF6-40CB-A87C-450F1CFD8AE6}" type="pres">
      <dgm:prSet presAssocID="{45918338-2A7F-45EA-BE31-F1D5A9EF2BE4}" presName="bottomLine" presStyleLbl="alignNode1" presStyleIdx="1" presStyleCnt="12">
        <dgm:presLayoutVars/>
      </dgm:prSet>
      <dgm:spPr/>
    </dgm:pt>
    <dgm:pt modelId="{BC5016AE-896A-400E-AFF6-FC10EB59EE2A}" type="pres">
      <dgm:prSet presAssocID="{45918338-2A7F-45EA-BE31-F1D5A9EF2BE4}" presName="nodeText" presStyleLbl="bgAccFollowNode1" presStyleIdx="0" presStyleCnt="6">
        <dgm:presLayoutVars>
          <dgm:bulletEnabled val="1"/>
        </dgm:presLayoutVars>
      </dgm:prSet>
      <dgm:spPr/>
    </dgm:pt>
    <dgm:pt modelId="{5528E6BC-7DA7-41F8-9E3E-F9A558A9398C}" type="pres">
      <dgm:prSet presAssocID="{7953AD71-7867-4BF6-872B-6E2EA5A18113}" presName="sibTrans" presStyleCnt="0"/>
      <dgm:spPr/>
    </dgm:pt>
    <dgm:pt modelId="{4C1A7C5B-741F-4F6C-B8E0-493340FADF9A}" type="pres">
      <dgm:prSet presAssocID="{3B19919B-28CF-40C2-A6F1-0FD1037D6FF0}" presName="compositeNode" presStyleCnt="0">
        <dgm:presLayoutVars>
          <dgm:bulletEnabled val="1"/>
        </dgm:presLayoutVars>
      </dgm:prSet>
      <dgm:spPr/>
    </dgm:pt>
    <dgm:pt modelId="{388CDBB4-6737-4B58-B8C8-2297E19B8FB4}" type="pres">
      <dgm:prSet presAssocID="{3B19919B-28CF-40C2-A6F1-0FD1037D6FF0}" presName="bgRect" presStyleLbl="bgAccFollowNode1" presStyleIdx="1" presStyleCnt="6"/>
      <dgm:spPr/>
    </dgm:pt>
    <dgm:pt modelId="{CC6C061A-F19B-4671-9C1F-10A6924B4BA5}" type="pres">
      <dgm:prSet presAssocID="{2F9F9992-0A5A-4AA2-B35C-E784E4D83F25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D57ADB02-9668-421F-943A-A0233BC1F3D8}" type="pres">
      <dgm:prSet presAssocID="{3B19919B-28CF-40C2-A6F1-0FD1037D6FF0}" presName="bottomLine" presStyleLbl="alignNode1" presStyleIdx="3" presStyleCnt="12">
        <dgm:presLayoutVars/>
      </dgm:prSet>
      <dgm:spPr/>
    </dgm:pt>
    <dgm:pt modelId="{581677AC-2BBC-46A9-8DE7-710A0E3E4D95}" type="pres">
      <dgm:prSet presAssocID="{3B19919B-28CF-40C2-A6F1-0FD1037D6FF0}" presName="nodeText" presStyleLbl="bgAccFollowNode1" presStyleIdx="1" presStyleCnt="6">
        <dgm:presLayoutVars>
          <dgm:bulletEnabled val="1"/>
        </dgm:presLayoutVars>
      </dgm:prSet>
      <dgm:spPr/>
    </dgm:pt>
    <dgm:pt modelId="{E80C72E4-F600-4F41-A616-C3B277F46644}" type="pres">
      <dgm:prSet presAssocID="{2F9F9992-0A5A-4AA2-B35C-E784E4D83F25}" presName="sibTrans" presStyleCnt="0"/>
      <dgm:spPr/>
    </dgm:pt>
    <dgm:pt modelId="{AE68B454-D07D-483E-BE52-5A12A71B50D2}" type="pres">
      <dgm:prSet presAssocID="{DC27F199-8D7A-4FF6-8114-394500BDDEB3}" presName="compositeNode" presStyleCnt="0">
        <dgm:presLayoutVars>
          <dgm:bulletEnabled val="1"/>
        </dgm:presLayoutVars>
      </dgm:prSet>
      <dgm:spPr/>
    </dgm:pt>
    <dgm:pt modelId="{CF8AAE63-0254-43AF-884D-B01A4F294035}" type="pres">
      <dgm:prSet presAssocID="{DC27F199-8D7A-4FF6-8114-394500BDDEB3}" presName="bgRect" presStyleLbl="bgAccFollowNode1" presStyleIdx="2" presStyleCnt="6"/>
      <dgm:spPr/>
    </dgm:pt>
    <dgm:pt modelId="{6CC9AC3A-DF34-4EE7-866F-7F440FF32639}" type="pres">
      <dgm:prSet presAssocID="{31485DCB-CA8D-4039-BFDA-B26F18F2913C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58EB85C6-00C5-470F-9D59-73F9B499CB05}" type="pres">
      <dgm:prSet presAssocID="{DC27F199-8D7A-4FF6-8114-394500BDDEB3}" presName="bottomLine" presStyleLbl="alignNode1" presStyleIdx="5" presStyleCnt="12">
        <dgm:presLayoutVars/>
      </dgm:prSet>
      <dgm:spPr/>
    </dgm:pt>
    <dgm:pt modelId="{37E941EA-CDDB-40DA-BE31-F1074D2DA6E9}" type="pres">
      <dgm:prSet presAssocID="{DC27F199-8D7A-4FF6-8114-394500BDDEB3}" presName="nodeText" presStyleLbl="bgAccFollowNode1" presStyleIdx="2" presStyleCnt="6">
        <dgm:presLayoutVars>
          <dgm:bulletEnabled val="1"/>
        </dgm:presLayoutVars>
      </dgm:prSet>
      <dgm:spPr/>
    </dgm:pt>
    <dgm:pt modelId="{B42EFBFC-C772-4003-B687-F01B72F57F77}" type="pres">
      <dgm:prSet presAssocID="{31485DCB-CA8D-4039-BFDA-B26F18F2913C}" presName="sibTrans" presStyleCnt="0"/>
      <dgm:spPr/>
    </dgm:pt>
    <dgm:pt modelId="{E2AB5CEF-DA69-4E6C-A146-86282D37B043}" type="pres">
      <dgm:prSet presAssocID="{5E01ECD2-A0CE-4CE9-B425-5C9C619DD386}" presName="compositeNode" presStyleCnt="0">
        <dgm:presLayoutVars>
          <dgm:bulletEnabled val="1"/>
        </dgm:presLayoutVars>
      </dgm:prSet>
      <dgm:spPr/>
    </dgm:pt>
    <dgm:pt modelId="{F7772C8E-F65B-4744-9AEC-B550BEA7CB59}" type="pres">
      <dgm:prSet presAssocID="{5E01ECD2-A0CE-4CE9-B425-5C9C619DD386}" presName="bgRect" presStyleLbl="bgAccFollowNode1" presStyleIdx="3" presStyleCnt="6"/>
      <dgm:spPr/>
    </dgm:pt>
    <dgm:pt modelId="{C1047F28-4CE7-489D-BF2C-E2E6BE21C681}" type="pres">
      <dgm:prSet presAssocID="{EC204732-A010-4ED4-BA3C-AFE783C47CB2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7CB3E53A-5D0B-45EF-A644-B90DB6BE02E6}" type="pres">
      <dgm:prSet presAssocID="{5E01ECD2-A0CE-4CE9-B425-5C9C619DD386}" presName="bottomLine" presStyleLbl="alignNode1" presStyleIdx="7" presStyleCnt="12">
        <dgm:presLayoutVars/>
      </dgm:prSet>
      <dgm:spPr/>
    </dgm:pt>
    <dgm:pt modelId="{5BF237B9-0075-42F9-B38C-AA4B4F507398}" type="pres">
      <dgm:prSet presAssocID="{5E01ECD2-A0CE-4CE9-B425-5C9C619DD386}" presName="nodeText" presStyleLbl="bgAccFollowNode1" presStyleIdx="3" presStyleCnt="6">
        <dgm:presLayoutVars>
          <dgm:bulletEnabled val="1"/>
        </dgm:presLayoutVars>
      </dgm:prSet>
      <dgm:spPr/>
    </dgm:pt>
    <dgm:pt modelId="{C690A969-6E81-435D-A7BD-863C51DC0739}" type="pres">
      <dgm:prSet presAssocID="{EC204732-A010-4ED4-BA3C-AFE783C47CB2}" presName="sibTrans" presStyleCnt="0"/>
      <dgm:spPr/>
    </dgm:pt>
    <dgm:pt modelId="{0419B9F9-8CF7-4813-AC45-5697D70E233D}" type="pres">
      <dgm:prSet presAssocID="{5405D353-D3D9-4E7B-8B24-604F29EB6D4F}" presName="compositeNode" presStyleCnt="0">
        <dgm:presLayoutVars>
          <dgm:bulletEnabled val="1"/>
        </dgm:presLayoutVars>
      </dgm:prSet>
      <dgm:spPr/>
    </dgm:pt>
    <dgm:pt modelId="{4D16CBA1-2B49-408A-B12E-FA23BC26CD00}" type="pres">
      <dgm:prSet presAssocID="{5405D353-D3D9-4E7B-8B24-604F29EB6D4F}" presName="bgRect" presStyleLbl="bgAccFollowNode1" presStyleIdx="4" presStyleCnt="6"/>
      <dgm:spPr/>
    </dgm:pt>
    <dgm:pt modelId="{BBFAE699-5565-404E-AAB3-2FB2DB8FE85A}" type="pres">
      <dgm:prSet presAssocID="{853D46D2-E741-4DED-BD88-4F6A73BFC659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D7C1C861-E322-48DA-9D50-CACE8535B0B5}" type="pres">
      <dgm:prSet presAssocID="{5405D353-D3D9-4E7B-8B24-604F29EB6D4F}" presName="bottomLine" presStyleLbl="alignNode1" presStyleIdx="9" presStyleCnt="12">
        <dgm:presLayoutVars/>
      </dgm:prSet>
      <dgm:spPr/>
    </dgm:pt>
    <dgm:pt modelId="{77CE196B-DFA8-49F7-8897-27C942E02D5A}" type="pres">
      <dgm:prSet presAssocID="{5405D353-D3D9-4E7B-8B24-604F29EB6D4F}" presName="nodeText" presStyleLbl="bgAccFollowNode1" presStyleIdx="4" presStyleCnt="6">
        <dgm:presLayoutVars>
          <dgm:bulletEnabled val="1"/>
        </dgm:presLayoutVars>
      </dgm:prSet>
      <dgm:spPr/>
    </dgm:pt>
    <dgm:pt modelId="{269BD6E5-EEA4-4D0A-8607-6EFCC7ECBDFC}" type="pres">
      <dgm:prSet presAssocID="{853D46D2-E741-4DED-BD88-4F6A73BFC659}" presName="sibTrans" presStyleCnt="0"/>
      <dgm:spPr/>
    </dgm:pt>
    <dgm:pt modelId="{5F9AF0A9-7AFA-40A2-99FA-1618663C9D93}" type="pres">
      <dgm:prSet presAssocID="{C94FCD26-78AB-4EA9-B079-B4F9241C4BEE}" presName="compositeNode" presStyleCnt="0">
        <dgm:presLayoutVars>
          <dgm:bulletEnabled val="1"/>
        </dgm:presLayoutVars>
      </dgm:prSet>
      <dgm:spPr/>
    </dgm:pt>
    <dgm:pt modelId="{643EAB97-7130-4F6D-BDC9-EA6E2FB704B2}" type="pres">
      <dgm:prSet presAssocID="{C94FCD26-78AB-4EA9-B079-B4F9241C4BEE}" presName="bgRect" presStyleLbl="bgAccFollowNode1" presStyleIdx="5" presStyleCnt="6"/>
      <dgm:spPr/>
    </dgm:pt>
    <dgm:pt modelId="{E22BC1BD-9AA3-488D-964B-51A065EC89DB}" type="pres">
      <dgm:prSet presAssocID="{586593FA-ECB4-4E15-8B1E-A33CECEF634E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5AAF28E9-611B-4F96-9A00-131DDD597498}" type="pres">
      <dgm:prSet presAssocID="{C94FCD26-78AB-4EA9-B079-B4F9241C4BEE}" presName="bottomLine" presStyleLbl="alignNode1" presStyleIdx="11" presStyleCnt="12">
        <dgm:presLayoutVars/>
      </dgm:prSet>
      <dgm:spPr/>
    </dgm:pt>
    <dgm:pt modelId="{83F4DED4-0A82-4C91-B965-FD91C39DD125}" type="pres">
      <dgm:prSet presAssocID="{C94FCD26-78AB-4EA9-B079-B4F9241C4BEE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CF7B6A06-B226-4AA7-8A65-E6E26B627DDE}" type="presOf" srcId="{AC125B55-C603-4A6D-8479-CC06A87E7CB0}" destId="{F007D6C1-3C7E-4402-B233-0A454ACCC59E}" srcOrd="0" destOrd="0" presId="urn:microsoft.com/office/officeart/2016/7/layout/BasicLinearProcessNumbered"/>
    <dgm:cxn modelId="{47700932-D4A6-4F73-B118-DB0F03419DB4}" srcId="{AC125B55-C603-4A6D-8479-CC06A87E7CB0}" destId="{3B19919B-28CF-40C2-A6F1-0FD1037D6FF0}" srcOrd="1" destOrd="0" parTransId="{26B0F160-D863-465E-9ECA-76D393FC4620}" sibTransId="{2F9F9992-0A5A-4AA2-B35C-E784E4D83F25}"/>
    <dgm:cxn modelId="{40624532-2034-4B05-9568-F8131AAA8078}" type="presOf" srcId="{DC27F199-8D7A-4FF6-8114-394500BDDEB3}" destId="{CF8AAE63-0254-43AF-884D-B01A4F294035}" srcOrd="0" destOrd="0" presId="urn:microsoft.com/office/officeart/2016/7/layout/BasicLinearProcessNumbered"/>
    <dgm:cxn modelId="{B861F65C-451F-4EAD-9085-B01DD95AD19C}" type="presOf" srcId="{EC204732-A010-4ED4-BA3C-AFE783C47CB2}" destId="{C1047F28-4CE7-489D-BF2C-E2E6BE21C681}" srcOrd="0" destOrd="0" presId="urn:microsoft.com/office/officeart/2016/7/layout/BasicLinearProcessNumbered"/>
    <dgm:cxn modelId="{F1CAB75F-DE46-4B4E-8A77-96ECD5573EC2}" type="presOf" srcId="{586593FA-ECB4-4E15-8B1E-A33CECEF634E}" destId="{E22BC1BD-9AA3-488D-964B-51A065EC89DB}" srcOrd="0" destOrd="0" presId="urn:microsoft.com/office/officeart/2016/7/layout/BasicLinearProcessNumbered"/>
    <dgm:cxn modelId="{8022D741-0E4A-4DE8-965A-A600777EC1F5}" type="presOf" srcId="{DC27F199-8D7A-4FF6-8114-394500BDDEB3}" destId="{37E941EA-CDDB-40DA-BE31-F1074D2DA6E9}" srcOrd="1" destOrd="0" presId="urn:microsoft.com/office/officeart/2016/7/layout/BasicLinearProcessNumbered"/>
    <dgm:cxn modelId="{68612C51-CE4F-44BC-9AEB-93FA1471F4C7}" type="presOf" srcId="{5405D353-D3D9-4E7B-8B24-604F29EB6D4F}" destId="{77CE196B-DFA8-49F7-8897-27C942E02D5A}" srcOrd="1" destOrd="0" presId="urn:microsoft.com/office/officeart/2016/7/layout/BasicLinearProcessNumbered"/>
    <dgm:cxn modelId="{46AAED74-B481-4569-B4B8-CC2813A29108}" srcId="{AC125B55-C603-4A6D-8479-CC06A87E7CB0}" destId="{5405D353-D3D9-4E7B-8B24-604F29EB6D4F}" srcOrd="4" destOrd="0" parTransId="{DC983A1D-0425-4D05-96CD-A53E67CA88CB}" sibTransId="{853D46D2-E741-4DED-BD88-4F6A73BFC659}"/>
    <dgm:cxn modelId="{A7E7B78C-D86E-4426-8E15-B6A7711FE498}" type="presOf" srcId="{2F9F9992-0A5A-4AA2-B35C-E784E4D83F25}" destId="{CC6C061A-F19B-4671-9C1F-10A6924B4BA5}" srcOrd="0" destOrd="0" presId="urn:microsoft.com/office/officeart/2016/7/layout/BasicLinearProcessNumbered"/>
    <dgm:cxn modelId="{35CEE48E-3EAD-4C15-B052-3DB86281283C}" srcId="{AC125B55-C603-4A6D-8479-CC06A87E7CB0}" destId="{45918338-2A7F-45EA-BE31-F1D5A9EF2BE4}" srcOrd="0" destOrd="0" parTransId="{93211546-2D30-40BF-BA41-C00E074FA05F}" sibTransId="{7953AD71-7867-4BF6-872B-6E2EA5A18113}"/>
    <dgm:cxn modelId="{75203894-E8C8-48C7-ACC9-4078D50E3E8E}" type="presOf" srcId="{31485DCB-CA8D-4039-BFDA-B26F18F2913C}" destId="{6CC9AC3A-DF34-4EE7-866F-7F440FF32639}" srcOrd="0" destOrd="0" presId="urn:microsoft.com/office/officeart/2016/7/layout/BasicLinearProcessNumbered"/>
    <dgm:cxn modelId="{8B4777A6-7EFD-4723-AFFE-89A43D26875D}" srcId="{AC125B55-C603-4A6D-8479-CC06A87E7CB0}" destId="{C94FCD26-78AB-4EA9-B079-B4F9241C4BEE}" srcOrd="5" destOrd="0" parTransId="{16264C21-EB6D-4E58-9A4B-DD6C4F94B7C0}" sibTransId="{586593FA-ECB4-4E15-8B1E-A33CECEF634E}"/>
    <dgm:cxn modelId="{48FBCFA6-579B-4102-A5FD-ECC9F6AF4A90}" type="presOf" srcId="{45918338-2A7F-45EA-BE31-F1D5A9EF2BE4}" destId="{BC5016AE-896A-400E-AFF6-FC10EB59EE2A}" srcOrd="1" destOrd="0" presId="urn:microsoft.com/office/officeart/2016/7/layout/BasicLinearProcessNumbered"/>
    <dgm:cxn modelId="{3EE335B9-7F10-4224-9E70-91844683474B}" type="presOf" srcId="{C94FCD26-78AB-4EA9-B079-B4F9241C4BEE}" destId="{643EAB97-7130-4F6D-BDC9-EA6E2FB704B2}" srcOrd="0" destOrd="0" presId="urn:microsoft.com/office/officeart/2016/7/layout/BasicLinearProcessNumbered"/>
    <dgm:cxn modelId="{779098BA-06CE-4FFE-8F89-EF0463006666}" type="presOf" srcId="{5E01ECD2-A0CE-4CE9-B425-5C9C619DD386}" destId="{5BF237B9-0075-42F9-B38C-AA4B4F507398}" srcOrd="1" destOrd="0" presId="urn:microsoft.com/office/officeart/2016/7/layout/BasicLinearProcessNumbered"/>
    <dgm:cxn modelId="{D5DDE4BE-DD97-4485-A5F1-267CA6A547B1}" type="presOf" srcId="{853D46D2-E741-4DED-BD88-4F6A73BFC659}" destId="{BBFAE699-5565-404E-AAB3-2FB2DB8FE85A}" srcOrd="0" destOrd="0" presId="urn:microsoft.com/office/officeart/2016/7/layout/BasicLinearProcessNumbered"/>
    <dgm:cxn modelId="{E27D50BF-AA53-43A0-A56F-F4734088166C}" srcId="{AC125B55-C603-4A6D-8479-CC06A87E7CB0}" destId="{DC27F199-8D7A-4FF6-8114-394500BDDEB3}" srcOrd="2" destOrd="0" parTransId="{63D50978-32DD-4E2A-9772-12AA8495C728}" sibTransId="{31485DCB-CA8D-4039-BFDA-B26F18F2913C}"/>
    <dgm:cxn modelId="{B8F421CD-3598-4259-AF21-C0ADA821F476}" type="presOf" srcId="{3B19919B-28CF-40C2-A6F1-0FD1037D6FF0}" destId="{388CDBB4-6737-4B58-B8C8-2297E19B8FB4}" srcOrd="0" destOrd="0" presId="urn:microsoft.com/office/officeart/2016/7/layout/BasicLinearProcessNumbered"/>
    <dgm:cxn modelId="{65CFA2CF-1426-4C0E-AC27-0A2AAF2D23A0}" srcId="{AC125B55-C603-4A6D-8479-CC06A87E7CB0}" destId="{5E01ECD2-A0CE-4CE9-B425-5C9C619DD386}" srcOrd="3" destOrd="0" parTransId="{FD2B1C67-09A7-4E46-B182-CAEBEEBA4C2A}" sibTransId="{EC204732-A010-4ED4-BA3C-AFE783C47CB2}"/>
    <dgm:cxn modelId="{BB5F00D1-4933-4FDE-B4A0-FE00783EABBB}" type="presOf" srcId="{3B19919B-28CF-40C2-A6F1-0FD1037D6FF0}" destId="{581677AC-2BBC-46A9-8DE7-710A0E3E4D95}" srcOrd="1" destOrd="0" presId="urn:microsoft.com/office/officeart/2016/7/layout/BasicLinearProcessNumbered"/>
    <dgm:cxn modelId="{C367DED6-BDD0-40D0-B809-454B99D42D54}" type="presOf" srcId="{C94FCD26-78AB-4EA9-B079-B4F9241C4BEE}" destId="{83F4DED4-0A82-4C91-B965-FD91C39DD125}" srcOrd="1" destOrd="0" presId="urn:microsoft.com/office/officeart/2016/7/layout/BasicLinearProcessNumbered"/>
    <dgm:cxn modelId="{C513E7DE-A2DF-4043-A173-8DF666A297BA}" type="presOf" srcId="{7953AD71-7867-4BF6-872B-6E2EA5A18113}" destId="{F07A3B95-1937-43E4-A2B2-24BD86D96C2E}" srcOrd="0" destOrd="0" presId="urn:microsoft.com/office/officeart/2016/7/layout/BasicLinearProcessNumbered"/>
    <dgm:cxn modelId="{97B117E7-2345-4C6B-9B8C-12C2E18764AB}" type="presOf" srcId="{45918338-2A7F-45EA-BE31-F1D5A9EF2BE4}" destId="{7F1F5631-2D2E-4DFB-BCD8-B824C7CCA1F0}" srcOrd="0" destOrd="0" presId="urn:microsoft.com/office/officeart/2016/7/layout/BasicLinearProcessNumbered"/>
    <dgm:cxn modelId="{8536BEE8-DD77-442A-BCFE-E5F285F7D2E6}" type="presOf" srcId="{5405D353-D3D9-4E7B-8B24-604F29EB6D4F}" destId="{4D16CBA1-2B49-408A-B12E-FA23BC26CD00}" srcOrd="0" destOrd="0" presId="urn:microsoft.com/office/officeart/2016/7/layout/BasicLinearProcessNumbered"/>
    <dgm:cxn modelId="{C9BFBFFB-EE66-408C-BD3F-E9BCFD24F3E5}" type="presOf" srcId="{5E01ECD2-A0CE-4CE9-B425-5C9C619DD386}" destId="{F7772C8E-F65B-4744-9AEC-B550BEA7CB59}" srcOrd="0" destOrd="0" presId="urn:microsoft.com/office/officeart/2016/7/layout/BasicLinearProcessNumbered"/>
    <dgm:cxn modelId="{B2F9C546-8374-4EDD-9966-01855F125449}" type="presParOf" srcId="{F007D6C1-3C7E-4402-B233-0A454ACCC59E}" destId="{B026DE2F-3EFB-44F5-83E4-6040848AA414}" srcOrd="0" destOrd="0" presId="urn:microsoft.com/office/officeart/2016/7/layout/BasicLinearProcessNumbered"/>
    <dgm:cxn modelId="{A22C1171-8D23-43B9-B67C-23D4A778D70E}" type="presParOf" srcId="{B026DE2F-3EFB-44F5-83E4-6040848AA414}" destId="{7F1F5631-2D2E-4DFB-BCD8-B824C7CCA1F0}" srcOrd="0" destOrd="0" presId="urn:microsoft.com/office/officeart/2016/7/layout/BasicLinearProcessNumbered"/>
    <dgm:cxn modelId="{3C50F330-B316-426A-9E4C-8347152677AD}" type="presParOf" srcId="{B026DE2F-3EFB-44F5-83E4-6040848AA414}" destId="{F07A3B95-1937-43E4-A2B2-24BD86D96C2E}" srcOrd="1" destOrd="0" presId="urn:microsoft.com/office/officeart/2016/7/layout/BasicLinearProcessNumbered"/>
    <dgm:cxn modelId="{4D652F05-DF25-4C35-9984-941F387C03EB}" type="presParOf" srcId="{B026DE2F-3EFB-44F5-83E4-6040848AA414}" destId="{B034730B-5DF6-40CB-A87C-450F1CFD8AE6}" srcOrd="2" destOrd="0" presId="urn:microsoft.com/office/officeart/2016/7/layout/BasicLinearProcessNumbered"/>
    <dgm:cxn modelId="{71F4DA1F-4463-4910-97B5-7EF9D65FE5F7}" type="presParOf" srcId="{B026DE2F-3EFB-44F5-83E4-6040848AA414}" destId="{BC5016AE-896A-400E-AFF6-FC10EB59EE2A}" srcOrd="3" destOrd="0" presId="urn:microsoft.com/office/officeart/2016/7/layout/BasicLinearProcessNumbered"/>
    <dgm:cxn modelId="{4658E213-D671-4FE8-85E8-B2D98778A4F6}" type="presParOf" srcId="{F007D6C1-3C7E-4402-B233-0A454ACCC59E}" destId="{5528E6BC-7DA7-41F8-9E3E-F9A558A9398C}" srcOrd="1" destOrd="0" presId="urn:microsoft.com/office/officeart/2016/7/layout/BasicLinearProcessNumbered"/>
    <dgm:cxn modelId="{5B67AA37-5BCA-454B-B6DE-BFECC7360657}" type="presParOf" srcId="{F007D6C1-3C7E-4402-B233-0A454ACCC59E}" destId="{4C1A7C5B-741F-4F6C-B8E0-493340FADF9A}" srcOrd="2" destOrd="0" presId="urn:microsoft.com/office/officeart/2016/7/layout/BasicLinearProcessNumbered"/>
    <dgm:cxn modelId="{9D673FCF-A2FB-442B-B76E-91BC5155C9FE}" type="presParOf" srcId="{4C1A7C5B-741F-4F6C-B8E0-493340FADF9A}" destId="{388CDBB4-6737-4B58-B8C8-2297E19B8FB4}" srcOrd="0" destOrd="0" presId="urn:microsoft.com/office/officeart/2016/7/layout/BasicLinearProcessNumbered"/>
    <dgm:cxn modelId="{61F69BE6-6EBC-4A77-98E2-0A3C9D5BE3B8}" type="presParOf" srcId="{4C1A7C5B-741F-4F6C-B8E0-493340FADF9A}" destId="{CC6C061A-F19B-4671-9C1F-10A6924B4BA5}" srcOrd="1" destOrd="0" presId="urn:microsoft.com/office/officeart/2016/7/layout/BasicLinearProcessNumbered"/>
    <dgm:cxn modelId="{34465843-3DD3-4E02-8524-5941C17FB8F2}" type="presParOf" srcId="{4C1A7C5B-741F-4F6C-B8E0-493340FADF9A}" destId="{D57ADB02-9668-421F-943A-A0233BC1F3D8}" srcOrd="2" destOrd="0" presId="urn:microsoft.com/office/officeart/2016/7/layout/BasicLinearProcessNumbered"/>
    <dgm:cxn modelId="{9A4135C1-CFA5-4EAE-B2A5-22339DBFE89F}" type="presParOf" srcId="{4C1A7C5B-741F-4F6C-B8E0-493340FADF9A}" destId="{581677AC-2BBC-46A9-8DE7-710A0E3E4D95}" srcOrd="3" destOrd="0" presId="urn:microsoft.com/office/officeart/2016/7/layout/BasicLinearProcessNumbered"/>
    <dgm:cxn modelId="{EF7C9C58-537D-4D37-A1EB-C156A4F3A952}" type="presParOf" srcId="{F007D6C1-3C7E-4402-B233-0A454ACCC59E}" destId="{E80C72E4-F600-4F41-A616-C3B277F46644}" srcOrd="3" destOrd="0" presId="urn:microsoft.com/office/officeart/2016/7/layout/BasicLinearProcessNumbered"/>
    <dgm:cxn modelId="{50FBC475-16BE-4E8C-9EAE-721BA40F2E5D}" type="presParOf" srcId="{F007D6C1-3C7E-4402-B233-0A454ACCC59E}" destId="{AE68B454-D07D-483E-BE52-5A12A71B50D2}" srcOrd="4" destOrd="0" presId="urn:microsoft.com/office/officeart/2016/7/layout/BasicLinearProcessNumbered"/>
    <dgm:cxn modelId="{909BF941-747F-4BA0-886E-C215F361BF35}" type="presParOf" srcId="{AE68B454-D07D-483E-BE52-5A12A71B50D2}" destId="{CF8AAE63-0254-43AF-884D-B01A4F294035}" srcOrd="0" destOrd="0" presId="urn:microsoft.com/office/officeart/2016/7/layout/BasicLinearProcessNumbered"/>
    <dgm:cxn modelId="{66CC3B8C-E927-49B1-B64E-A9A97E25A321}" type="presParOf" srcId="{AE68B454-D07D-483E-BE52-5A12A71B50D2}" destId="{6CC9AC3A-DF34-4EE7-866F-7F440FF32639}" srcOrd="1" destOrd="0" presId="urn:microsoft.com/office/officeart/2016/7/layout/BasicLinearProcessNumbered"/>
    <dgm:cxn modelId="{ACF4E4B4-4C8C-40C3-98C0-475D99ADA7C5}" type="presParOf" srcId="{AE68B454-D07D-483E-BE52-5A12A71B50D2}" destId="{58EB85C6-00C5-470F-9D59-73F9B499CB05}" srcOrd="2" destOrd="0" presId="urn:microsoft.com/office/officeart/2016/7/layout/BasicLinearProcessNumbered"/>
    <dgm:cxn modelId="{FA25361F-E114-4A23-AE9D-99E55494BB9D}" type="presParOf" srcId="{AE68B454-D07D-483E-BE52-5A12A71B50D2}" destId="{37E941EA-CDDB-40DA-BE31-F1074D2DA6E9}" srcOrd="3" destOrd="0" presId="urn:microsoft.com/office/officeart/2016/7/layout/BasicLinearProcessNumbered"/>
    <dgm:cxn modelId="{6C5AF64F-5359-4830-9DC5-2C22F8F4A0E1}" type="presParOf" srcId="{F007D6C1-3C7E-4402-B233-0A454ACCC59E}" destId="{B42EFBFC-C772-4003-B687-F01B72F57F77}" srcOrd="5" destOrd="0" presId="urn:microsoft.com/office/officeart/2016/7/layout/BasicLinearProcessNumbered"/>
    <dgm:cxn modelId="{B54B2C87-264D-41B8-94CC-E49D77181BC1}" type="presParOf" srcId="{F007D6C1-3C7E-4402-B233-0A454ACCC59E}" destId="{E2AB5CEF-DA69-4E6C-A146-86282D37B043}" srcOrd="6" destOrd="0" presId="urn:microsoft.com/office/officeart/2016/7/layout/BasicLinearProcessNumbered"/>
    <dgm:cxn modelId="{70B75D7D-DFEB-4A71-A193-3CB12E847352}" type="presParOf" srcId="{E2AB5CEF-DA69-4E6C-A146-86282D37B043}" destId="{F7772C8E-F65B-4744-9AEC-B550BEA7CB59}" srcOrd="0" destOrd="0" presId="urn:microsoft.com/office/officeart/2016/7/layout/BasicLinearProcessNumbered"/>
    <dgm:cxn modelId="{82249F3C-DA7A-4318-900F-30B9A8CC612C}" type="presParOf" srcId="{E2AB5CEF-DA69-4E6C-A146-86282D37B043}" destId="{C1047F28-4CE7-489D-BF2C-E2E6BE21C681}" srcOrd="1" destOrd="0" presId="urn:microsoft.com/office/officeart/2016/7/layout/BasicLinearProcessNumbered"/>
    <dgm:cxn modelId="{EB1D43D0-685F-416A-9665-6713A433A984}" type="presParOf" srcId="{E2AB5CEF-DA69-4E6C-A146-86282D37B043}" destId="{7CB3E53A-5D0B-45EF-A644-B90DB6BE02E6}" srcOrd="2" destOrd="0" presId="urn:microsoft.com/office/officeart/2016/7/layout/BasicLinearProcessNumbered"/>
    <dgm:cxn modelId="{528CCD7B-E238-4E74-8F02-9199479C7536}" type="presParOf" srcId="{E2AB5CEF-DA69-4E6C-A146-86282D37B043}" destId="{5BF237B9-0075-42F9-B38C-AA4B4F507398}" srcOrd="3" destOrd="0" presId="urn:microsoft.com/office/officeart/2016/7/layout/BasicLinearProcessNumbered"/>
    <dgm:cxn modelId="{00027312-E2BA-47AC-BE98-2A82F750825A}" type="presParOf" srcId="{F007D6C1-3C7E-4402-B233-0A454ACCC59E}" destId="{C690A969-6E81-435D-A7BD-863C51DC0739}" srcOrd="7" destOrd="0" presId="urn:microsoft.com/office/officeart/2016/7/layout/BasicLinearProcessNumbered"/>
    <dgm:cxn modelId="{F48C11F9-DC47-4745-9C17-B2D65DEF0173}" type="presParOf" srcId="{F007D6C1-3C7E-4402-B233-0A454ACCC59E}" destId="{0419B9F9-8CF7-4813-AC45-5697D70E233D}" srcOrd="8" destOrd="0" presId="urn:microsoft.com/office/officeart/2016/7/layout/BasicLinearProcessNumbered"/>
    <dgm:cxn modelId="{0019A737-8535-431C-90E0-03A78E5C6F57}" type="presParOf" srcId="{0419B9F9-8CF7-4813-AC45-5697D70E233D}" destId="{4D16CBA1-2B49-408A-B12E-FA23BC26CD00}" srcOrd="0" destOrd="0" presId="urn:microsoft.com/office/officeart/2016/7/layout/BasicLinearProcessNumbered"/>
    <dgm:cxn modelId="{D62CD713-4801-4C01-B6B2-47CE178DA5D4}" type="presParOf" srcId="{0419B9F9-8CF7-4813-AC45-5697D70E233D}" destId="{BBFAE699-5565-404E-AAB3-2FB2DB8FE85A}" srcOrd="1" destOrd="0" presId="urn:microsoft.com/office/officeart/2016/7/layout/BasicLinearProcessNumbered"/>
    <dgm:cxn modelId="{08D4B703-3BD8-471D-9FC3-CE1714CE67B3}" type="presParOf" srcId="{0419B9F9-8CF7-4813-AC45-5697D70E233D}" destId="{D7C1C861-E322-48DA-9D50-CACE8535B0B5}" srcOrd="2" destOrd="0" presId="urn:microsoft.com/office/officeart/2016/7/layout/BasicLinearProcessNumbered"/>
    <dgm:cxn modelId="{6FE38D1D-FD9E-4843-80E7-AFB1E0A40820}" type="presParOf" srcId="{0419B9F9-8CF7-4813-AC45-5697D70E233D}" destId="{77CE196B-DFA8-49F7-8897-27C942E02D5A}" srcOrd="3" destOrd="0" presId="urn:microsoft.com/office/officeart/2016/7/layout/BasicLinearProcessNumbered"/>
    <dgm:cxn modelId="{99DC9223-FC72-412C-9532-F04852EF6D27}" type="presParOf" srcId="{F007D6C1-3C7E-4402-B233-0A454ACCC59E}" destId="{269BD6E5-EEA4-4D0A-8607-6EFCC7ECBDFC}" srcOrd="9" destOrd="0" presId="urn:microsoft.com/office/officeart/2016/7/layout/BasicLinearProcessNumbered"/>
    <dgm:cxn modelId="{4FD32F4B-E7B6-4878-9C53-4DC753241300}" type="presParOf" srcId="{F007D6C1-3C7E-4402-B233-0A454ACCC59E}" destId="{5F9AF0A9-7AFA-40A2-99FA-1618663C9D93}" srcOrd="10" destOrd="0" presId="urn:microsoft.com/office/officeart/2016/7/layout/BasicLinearProcessNumbered"/>
    <dgm:cxn modelId="{9EBC2F01-99AE-40FA-B650-2037B336A4B3}" type="presParOf" srcId="{5F9AF0A9-7AFA-40A2-99FA-1618663C9D93}" destId="{643EAB97-7130-4F6D-BDC9-EA6E2FB704B2}" srcOrd="0" destOrd="0" presId="urn:microsoft.com/office/officeart/2016/7/layout/BasicLinearProcessNumbered"/>
    <dgm:cxn modelId="{7CA2B45F-BD80-4A24-A490-2B7C2D2440C8}" type="presParOf" srcId="{5F9AF0A9-7AFA-40A2-99FA-1618663C9D93}" destId="{E22BC1BD-9AA3-488D-964B-51A065EC89DB}" srcOrd="1" destOrd="0" presId="urn:microsoft.com/office/officeart/2016/7/layout/BasicLinearProcessNumbered"/>
    <dgm:cxn modelId="{DC4BD8A9-D4CA-4549-ACCD-F0E2F9AE20CF}" type="presParOf" srcId="{5F9AF0A9-7AFA-40A2-99FA-1618663C9D93}" destId="{5AAF28E9-611B-4F96-9A00-131DDD597498}" srcOrd="2" destOrd="0" presId="urn:microsoft.com/office/officeart/2016/7/layout/BasicLinearProcessNumbered"/>
    <dgm:cxn modelId="{0D058CE3-2BCF-4DEE-BB0D-8760A01CD662}" type="presParOf" srcId="{5F9AF0A9-7AFA-40A2-99FA-1618663C9D93}" destId="{83F4DED4-0A82-4C91-B965-FD91C39DD12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71D284-9487-466C-99EC-386C1A1636EF}">
      <dsp:nvSpPr>
        <dsp:cNvPr id="0" name=""/>
        <dsp:cNvSpPr/>
      </dsp:nvSpPr>
      <dsp:spPr>
        <a:xfrm>
          <a:off x="82613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081F73-DEC9-4DE8-96E8-6A6698DE0990}">
      <dsp:nvSpPr>
        <dsp:cNvPr id="0" name=""/>
        <dsp:cNvSpPr/>
      </dsp:nvSpPr>
      <dsp:spPr>
        <a:xfrm>
          <a:off x="271034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EAA11-C583-4F9B-A2B2-D2FAB5178FD2}">
      <dsp:nvSpPr>
        <dsp:cNvPr id="0" name=""/>
        <dsp:cNvSpPr/>
      </dsp:nvSpPr>
      <dsp:spPr>
        <a:xfrm>
          <a:off x="1172126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AI-powered educational platform for dental students</a:t>
          </a:r>
        </a:p>
      </dsp:txBody>
      <dsp:txXfrm>
        <a:off x="1172126" y="908559"/>
        <a:ext cx="2114937" cy="897246"/>
      </dsp:txXfrm>
    </dsp:sp>
    <dsp:sp modelId="{CE88A30A-6134-40F6-8AF1-2C3D800DD929}">
      <dsp:nvSpPr>
        <dsp:cNvPr id="0" name=""/>
        <dsp:cNvSpPr/>
      </dsp:nvSpPr>
      <dsp:spPr>
        <a:xfrm>
          <a:off x="3655575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43E07C-8E89-4492-9CA7-F67BEEA8423D}">
      <dsp:nvSpPr>
        <dsp:cNvPr id="0" name=""/>
        <dsp:cNvSpPr/>
      </dsp:nvSpPr>
      <dsp:spPr>
        <a:xfrm>
          <a:off x="3843996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A0B07B-BF59-47E8-8988-B8EB3A1ECF87}">
      <dsp:nvSpPr>
        <dsp:cNvPr id="0" name=""/>
        <dsp:cNvSpPr/>
      </dsp:nvSpPr>
      <dsp:spPr>
        <a:xfrm>
          <a:off x="4745088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Focused on Odontogenic Oral Pathology </a:t>
          </a:r>
        </a:p>
      </dsp:txBody>
      <dsp:txXfrm>
        <a:off x="4745088" y="908559"/>
        <a:ext cx="2114937" cy="897246"/>
      </dsp:txXfrm>
    </dsp:sp>
    <dsp:sp modelId="{E8DC7DDC-A7EE-4E0B-AA81-8F2E7C7FF173}">
      <dsp:nvSpPr>
        <dsp:cNvPr id="0" name=""/>
        <dsp:cNvSpPr/>
      </dsp:nvSpPr>
      <dsp:spPr>
        <a:xfrm>
          <a:off x="7228536" y="908559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081AB9-6D49-468A-8538-FCF4C126A9D2}">
      <dsp:nvSpPr>
        <dsp:cNvPr id="0" name=""/>
        <dsp:cNvSpPr/>
      </dsp:nvSpPr>
      <dsp:spPr>
        <a:xfrm>
          <a:off x="7416958" y="1096980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69A5B-9F50-47F0-B61E-E69D00F80498}">
      <dsp:nvSpPr>
        <dsp:cNvPr id="0" name=""/>
        <dsp:cNvSpPr/>
      </dsp:nvSpPr>
      <dsp:spPr>
        <a:xfrm>
          <a:off x="8318049" y="908559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Integrates AI, Firebase and interactive learning </a:t>
          </a:r>
        </a:p>
      </dsp:txBody>
      <dsp:txXfrm>
        <a:off x="8318049" y="908559"/>
        <a:ext cx="2114937" cy="897246"/>
      </dsp:txXfrm>
    </dsp:sp>
    <dsp:sp modelId="{9995348F-0B24-498D-8037-366DF291ED9B}">
      <dsp:nvSpPr>
        <dsp:cNvPr id="0" name=""/>
        <dsp:cNvSpPr/>
      </dsp:nvSpPr>
      <dsp:spPr>
        <a:xfrm>
          <a:off x="82613" y="254553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09A0C1-23FD-4CF1-B268-18E417242F37}">
      <dsp:nvSpPr>
        <dsp:cNvPr id="0" name=""/>
        <dsp:cNvSpPr/>
      </dsp:nvSpPr>
      <dsp:spPr>
        <a:xfrm>
          <a:off x="271034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BF933F-FE4E-4564-9A5F-2587E18C1A13}">
      <dsp:nvSpPr>
        <dsp:cNvPr id="0" name=""/>
        <dsp:cNvSpPr/>
      </dsp:nvSpPr>
      <dsp:spPr>
        <a:xfrm>
          <a:off x="1172126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Includes AI Oral Pathology Tutor chatbot</a:t>
          </a:r>
        </a:p>
      </dsp:txBody>
      <dsp:txXfrm>
        <a:off x="1172126" y="2545532"/>
        <a:ext cx="2114937" cy="897246"/>
      </dsp:txXfrm>
    </dsp:sp>
    <dsp:sp modelId="{EC87342F-3545-499C-AAB6-71BFF294B948}">
      <dsp:nvSpPr>
        <dsp:cNvPr id="0" name=""/>
        <dsp:cNvSpPr/>
      </dsp:nvSpPr>
      <dsp:spPr>
        <a:xfrm>
          <a:off x="3655575" y="2545532"/>
          <a:ext cx="897246" cy="89724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EF083-858E-4FAD-BE23-B5A4E11D2F2E}">
      <dsp:nvSpPr>
        <dsp:cNvPr id="0" name=""/>
        <dsp:cNvSpPr/>
      </dsp:nvSpPr>
      <dsp:spPr>
        <a:xfrm>
          <a:off x="3843996" y="2733954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3F3BCD-1A09-4150-ADBA-B209E5451962}">
      <dsp:nvSpPr>
        <dsp:cNvPr id="0" name=""/>
        <dsp:cNvSpPr/>
      </dsp:nvSpPr>
      <dsp:spPr>
        <a:xfrm>
          <a:off x="4745088" y="2545532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Includes AR learning, 3D dental models, and faculty analytics</a:t>
          </a:r>
        </a:p>
      </dsp:txBody>
      <dsp:txXfrm>
        <a:off x="4745088" y="2545532"/>
        <a:ext cx="2114937" cy="89724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1F5631-2D2E-4DFB-BCD8-B824C7CCA1F0}">
      <dsp:nvSpPr>
        <dsp:cNvPr id="0" name=""/>
        <dsp:cNvSpPr/>
      </dsp:nvSpPr>
      <dsp:spPr>
        <a:xfrm>
          <a:off x="1283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Develop an interactive mobile learning platform</a:t>
          </a:r>
        </a:p>
      </dsp:txBody>
      <dsp:txXfrm>
        <a:off x="1283" y="1903947"/>
        <a:ext cx="1617389" cy="1358607"/>
      </dsp:txXfrm>
    </dsp:sp>
    <dsp:sp modelId="{F07A3B95-1937-43E4-A2B2-24BD86D96C2E}">
      <dsp:nvSpPr>
        <dsp:cNvPr id="0" name=""/>
        <dsp:cNvSpPr/>
      </dsp:nvSpPr>
      <dsp:spPr>
        <a:xfrm>
          <a:off x="470326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69808" y="1369412"/>
        <a:ext cx="480339" cy="480339"/>
      </dsp:txXfrm>
    </dsp:sp>
    <dsp:sp modelId="{B034730B-5DF6-40CB-A87C-450F1CFD8AE6}">
      <dsp:nvSpPr>
        <dsp:cNvPr id="0" name=""/>
        <dsp:cNvSpPr/>
      </dsp:nvSpPr>
      <dsp:spPr>
        <a:xfrm>
          <a:off x="1283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8CDBB4-6737-4B58-B8C8-2297E19B8FB4}">
      <dsp:nvSpPr>
        <dsp:cNvPr id="0" name=""/>
        <dsp:cNvSpPr/>
      </dsp:nvSpPr>
      <dsp:spPr>
        <a:xfrm>
          <a:off x="1780412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Implement AI Oral Pathology Tutor chatbot</a:t>
          </a:r>
        </a:p>
      </dsp:txBody>
      <dsp:txXfrm>
        <a:off x="1780412" y="1903947"/>
        <a:ext cx="1617389" cy="1358607"/>
      </dsp:txXfrm>
    </dsp:sp>
    <dsp:sp modelId="{CC6C061A-F19B-4671-9C1F-10A6924B4BA5}">
      <dsp:nvSpPr>
        <dsp:cNvPr id="0" name=""/>
        <dsp:cNvSpPr/>
      </dsp:nvSpPr>
      <dsp:spPr>
        <a:xfrm>
          <a:off x="2249455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348937" y="1369412"/>
        <a:ext cx="480339" cy="480339"/>
      </dsp:txXfrm>
    </dsp:sp>
    <dsp:sp modelId="{D57ADB02-9668-421F-943A-A0233BC1F3D8}">
      <dsp:nvSpPr>
        <dsp:cNvPr id="0" name=""/>
        <dsp:cNvSpPr/>
      </dsp:nvSpPr>
      <dsp:spPr>
        <a:xfrm>
          <a:off x="1780412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AAE63-0254-43AF-884D-B01A4F294035}">
      <dsp:nvSpPr>
        <dsp:cNvPr id="0" name=""/>
        <dsp:cNvSpPr/>
      </dsp:nvSpPr>
      <dsp:spPr>
        <a:xfrm>
          <a:off x="3559540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 dirty="0"/>
            <a:t>Generate quizzes automatically from PDFs &amp; images</a:t>
          </a:r>
        </a:p>
      </dsp:txBody>
      <dsp:txXfrm>
        <a:off x="3559540" y="1903947"/>
        <a:ext cx="1617389" cy="1358607"/>
      </dsp:txXfrm>
    </dsp:sp>
    <dsp:sp modelId="{6CC9AC3A-DF34-4EE7-866F-7F440FF32639}">
      <dsp:nvSpPr>
        <dsp:cNvPr id="0" name=""/>
        <dsp:cNvSpPr/>
      </dsp:nvSpPr>
      <dsp:spPr>
        <a:xfrm>
          <a:off x="4028583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4128065" y="1369412"/>
        <a:ext cx="480339" cy="480339"/>
      </dsp:txXfrm>
    </dsp:sp>
    <dsp:sp modelId="{58EB85C6-00C5-470F-9D59-73F9B499CB05}">
      <dsp:nvSpPr>
        <dsp:cNvPr id="0" name=""/>
        <dsp:cNvSpPr/>
      </dsp:nvSpPr>
      <dsp:spPr>
        <a:xfrm>
          <a:off x="3559540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772C8E-F65B-4744-9AEC-B550BEA7CB59}">
      <dsp:nvSpPr>
        <dsp:cNvPr id="0" name=""/>
        <dsp:cNvSpPr/>
      </dsp:nvSpPr>
      <dsp:spPr>
        <a:xfrm>
          <a:off x="5338669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PROVIDE FACULTY LECTURE UPLOAD &amp; QUIZ SOLUTION</a:t>
          </a:r>
        </a:p>
      </dsp:txBody>
      <dsp:txXfrm>
        <a:off x="5338669" y="1903947"/>
        <a:ext cx="1617389" cy="1358607"/>
      </dsp:txXfrm>
    </dsp:sp>
    <dsp:sp modelId="{C1047F28-4CE7-489D-BF2C-E2E6BE21C681}">
      <dsp:nvSpPr>
        <dsp:cNvPr id="0" name=""/>
        <dsp:cNvSpPr/>
      </dsp:nvSpPr>
      <dsp:spPr>
        <a:xfrm>
          <a:off x="5807712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5907194" y="1369412"/>
        <a:ext cx="480339" cy="480339"/>
      </dsp:txXfrm>
    </dsp:sp>
    <dsp:sp modelId="{7CB3E53A-5D0B-45EF-A644-B90DB6BE02E6}">
      <dsp:nvSpPr>
        <dsp:cNvPr id="0" name=""/>
        <dsp:cNvSpPr/>
      </dsp:nvSpPr>
      <dsp:spPr>
        <a:xfrm>
          <a:off x="5338669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16CBA1-2B49-408A-B12E-FA23BC26CD00}">
      <dsp:nvSpPr>
        <dsp:cNvPr id="0" name=""/>
        <dsp:cNvSpPr/>
      </dsp:nvSpPr>
      <dsp:spPr>
        <a:xfrm>
          <a:off x="7117798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MONITOR STUDENT PERFORMANCE &amp; ANALYTICS</a:t>
          </a:r>
        </a:p>
      </dsp:txBody>
      <dsp:txXfrm>
        <a:off x="7117798" y="1903947"/>
        <a:ext cx="1617389" cy="1358607"/>
      </dsp:txXfrm>
    </dsp:sp>
    <dsp:sp modelId="{BBFAE699-5565-404E-AAB3-2FB2DB8FE85A}">
      <dsp:nvSpPr>
        <dsp:cNvPr id="0" name=""/>
        <dsp:cNvSpPr/>
      </dsp:nvSpPr>
      <dsp:spPr>
        <a:xfrm>
          <a:off x="7586841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7686323" y="1369412"/>
        <a:ext cx="480339" cy="480339"/>
      </dsp:txXfrm>
    </dsp:sp>
    <dsp:sp modelId="{D7C1C861-E322-48DA-9D50-CACE8535B0B5}">
      <dsp:nvSpPr>
        <dsp:cNvPr id="0" name=""/>
        <dsp:cNvSpPr/>
      </dsp:nvSpPr>
      <dsp:spPr>
        <a:xfrm>
          <a:off x="7117798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3EAB97-7130-4F6D-BDC9-EA6E2FB704B2}">
      <dsp:nvSpPr>
        <dsp:cNvPr id="0" name=""/>
        <dsp:cNvSpPr/>
      </dsp:nvSpPr>
      <dsp:spPr>
        <a:xfrm>
          <a:off x="8896926" y="1043496"/>
          <a:ext cx="1617389" cy="226434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EXPLORE AR &amp; 3D VISUALIZATION TECHNOLOGIES</a:t>
          </a:r>
        </a:p>
      </dsp:txBody>
      <dsp:txXfrm>
        <a:off x="8896926" y="1903947"/>
        <a:ext cx="1617389" cy="1358607"/>
      </dsp:txXfrm>
    </dsp:sp>
    <dsp:sp modelId="{E22BC1BD-9AA3-488D-964B-51A065EC89DB}">
      <dsp:nvSpPr>
        <dsp:cNvPr id="0" name=""/>
        <dsp:cNvSpPr/>
      </dsp:nvSpPr>
      <dsp:spPr>
        <a:xfrm>
          <a:off x="9365969" y="1269930"/>
          <a:ext cx="679303" cy="67930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465451" y="1369412"/>
        <a:ext cx="480339" cy="480339"/>
      </dsp:txXfrm>
    </dsp:sp>
    <dsp:sp modelId="{5AAF28E9-611B-4F96-9A00-131DDD597498}">
      <dsp:nvSpPr>
        <dsp:cNvPr id="0" name=""/>
        <dsp:cNvSpPr/>
      </dsp:nvSpPr>
      <dsp:spPr>
        <a:xfrm>
          <a:off x="8896926" y="3307769"/>
          <a:ext cx="1617389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805E5-19FF-CB61-C6AB-ED5E73257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366BEC-6A03-3BC7-BD16-73DD6D1D4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955CE-AB1D-0347-C95C-ECDCD4BC7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B49BB-7503-29F3-B0B3-3F002426D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73C2C6-FFA1-C98D-0AC9-D59DB01D7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77116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397E-3C16-6CEC-CE5A-B3685F841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B6D11-B775-2021-BB7D-0775A7CD8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4EB1DB-8A16-C1D7-DDD8-132D71E9E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6E4DA-A389-E1B6-BA12-9AAEE6FF6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ACCC6-29E6-106B-718D-CAC5B5C2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60720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CB6FB-64E3-910C-A263-95328CE0F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B49EE-1DD1-F78A-B0D1-5E787A22E1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60346-B77D-B560-143F-0E9A01A4F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FE3287-1489-68FD-BF7A-6D093939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6AA95-D825-F828-6642-9A10AAE99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5117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90BA-8CC1-475B-B720-94A67E6B0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1D52A2-CBDA-6F61-B296-EDE45FBFC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BC55A-015B-0E2D-4BF6-6870E6CB98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F1E37-DD82-765C-474F-944A91F8E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8A7B6F-1E56-2B5D-BEE5-93157372F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ABEB8-C4D7-3F2B-B02C-43AB0C67E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1118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46EB2-60DF-33F8-0329-DED241F3B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BEF7BB-A4B2-A55D-E5CF-4338611AD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28470-CE77-C0A5-DB6C-A0712F387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F7C5FC-A825-1A7A-517F-09093DB488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3D7698-F03C-B122-E1B4-E63BD8DF59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9B4DC3-FF05-BAF0-D7E1-A9E4B1940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9E242D-AA1C-40C3-FAA8-31DB9034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D983CA-486F-8C4F-E29C-D0D2840CB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16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DFB36-B999-AB19-05BE-6F96A6DD7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6ED9D3-9575-0688-4651-2738DC566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0C29A-F50D-3087-C9E2-1EFE6C63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5608C2-BCA4-133A-07C2-CF2F57FD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24678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E27709-B6B7-12F9-36A5-B9F90D767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C3C1D-22B8-A7C1-EA61-6DE837CB6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B863B-2A0A-5040-24D1-19BCB6441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867727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FBE5F-63BD-D2EE-F914-44FD7FF6A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F31CE-D165-D876-9216-78653DEB5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C2C700-CCA9-1E49-0D54-81B313994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9655EA-E9A9-6E91-BBB7-55A208029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67923-D062-E6E5-434C-F9D5725DC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46515-E129-A3A0-862A-AD4AAFFB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8530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7A59-E029-E95D-4643-6F6B68A96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F5306D-A47B-0006-C3FB-4F72D30F12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39B4A0-4DC2-D050-E33B-143879C636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A12E6-5498-8418-6C05-FB22FF13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F8278-1DBA-6AD8-5E28-CEB87372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F9556-D334-E51B-B37E-3C3CAAD25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27044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E26F-84BB-F318-067E-82696566A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D65A82-32A7-C86D-56A7-E43FAC160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1BA31-85FC-F628-F781-D84D9FF26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C5F34-E1C7-513D-F037-803174C14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1FCE8-5238-CFF0-8526-85F5BD53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336848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C82C2-41FF-BA7E-B3EB-35559A6C12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4700E2-EB66-8C03-18F6-658DB07D4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5FEA7-9CF0-242E-8B6C-C2EFF17A4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170414-1A3C-174C-6F72-AAC98916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0C31B-9A4B-4ED9-714F-2524EEB30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4567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01A2DF-7AEA-8765-208D-0F3C168F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EA29E7-C451-084C-735C-7DB508BD6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5F2A4-D462-B4BB-FEB6-3EB4D0ABF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01427-060A-41C8-87F9-6323DF2EB686}" type="datetimeFigureOut">
              <a:rPr lang="en-PK" smtClean="0"/>
              <a:t>19/05/2026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F96147-B4EA-F231-C19D-FF4D4334E5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B4F080-29D5-3462-6096-A7EA6E7C3E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F4864D-91B0-4A3C-965B-F87029CBF81B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9667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89B7BFD-8F45-4093-AD9C-91B15B050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69C5CC6-6F40-4DCF-B250-2BE981CE3D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6029" y="1302430"/>
            <a:ext cx="5145145" cy="4483168"/>
            <a:chOff x="1674895" y="1345036"/>
            <a:chExt cx="5428610" cy="421093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6F75F2C-15D0-444C-A904-0253BFE1E3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BA91BC9-DD8F-4878-B894-A30F41F8F4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FDDE3270-A872-4E10-80BC-B93D6F0E3F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4563" y="1187311"/>
            <a:ext cx="5089552" cy="4483379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1BC6FA-DE9A-5013-7F96-62EFD27AF9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4651" y="1619944"/>
            <a:ext cx="4544703" cy="2785454"/>
          </a:xfrm>
        </p:spPr>
        <p:txBody>
          <a:bodyPr>
            <a:normAutofit/>
          </a:bodyPr>
          <a:lstStyle/>
          <a:p>
            <a:r>
              <a:rPr lang="en-US" sz="4400" dirty="0" err="1">
                <a:solidFill>
                  <a:schemeClr val="bg1"/>
                </a:solidFill>
              </a:rPr>
              <a:t>OdontoVision</a:t>
            </a:r>
            <a:r>
              <a:rPr lang="en-US" sz="4400" dirty="0">
                <a:solidFill>
                  <a:schemeClr val="bg1"/>
                </a:solidFill>
              </a:rPr>
              <a:t> AI</a:t>
            </a:r>
            <a:br>
              <a:rPr lang="en-US" sz="3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Interactive Educational Application in Odontogenic Oral Pathology</a:t>
            </a:r>
            <a:endParaRPr lang="en-PK" sz="2400" dirty="0">
              <a:solidFill>
                <a:schemeClr val="bg1"/>
              </a:solidFill>
            </a:endParaRPr>
          </a:p>
        </p:txBody>
      </p:sp>
      <p:grpSp>
        <p:nvGrpSpPr>
          <p:cNvPr id="28" name="Graphic 38">
            <a:extLst>
              <a:ext uri="{FF2B5EF4-FFF2-40B4-BE49-F238E27FC236}">
                <a16:creationId xmlns:a16="http://schemas.microsoft.com/office/drawing/2014/main" id="{F0E417D8-88AA-4184-A08D-DEF97C6C9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487475" y="33953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CB4E045-9FB0-41C4-AC74-479EA20D85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21C7A48-09EB-4AF0-84CB-7EE408C2C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34D7B066-07B7-F74E-D05B-5632E6382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5" r="22050" b="2"/>
          <a:stretch>
            <a:fillRect/>
          </a:stretch>
        </p:blipFill>
        <p:spPr>
          <a:xfrm>
            <a:off x="6289990" y="1187521"/>
            <a:ext cx="5089552" cy="4483168"/>
          </a:xfrm>
          <a:prstGeom prst="rect">
            <a:avLst/>
          </a:prstGeom>
        </p:spPr>
      </p:pic>
      <p:sp>
        <p:nvSpPr>
          <p:cNvPr id="21" name="Graphic 212">
            <a:extLst>
              <a:ext uri="{FF2B5EF4-FFF2-40B4-BE49-F238E27FC236}">
                <a16:creationId xmlns:a16="http://schemas.microsoft.com/office/drawing/2014/main" id="{63DD1BD1-81FE-4F15-A934-E9AE94AE9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4736" y="823301"/>
            <a:ext cx="663342" cy="66334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3" name="Graphic 212">
            <a:extLst>
              <a:ext uri="{FF2B5EF4-FFF2-40B4-BE49-F238E27FC236}">
                <a16:creationId xmlns:a16="http://schemas.microsoft.com/office/drawing/2014/main" id="{4AF0D540-FCE1-4A05-A889-995E50EDE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84736" y="823301"/>
            <a:ext cx="663342" cy="663342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8815DD1-EC9D-4BE1-846B-8BEF57D39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729" y="4580404"/>
            <a:ext cx="406409" cy="40640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5155E3F-4269-4EB6-A266-DF4A6B2AC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729" y="4580404"/>
            <a:ext cx="406409" cy="40640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21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8E9A3C8-EA45-09FD-D234-D504E26E872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25BCC0-429D-80D0-9D40-8AB2AE7A4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Project Overview</a:t>
            </a:r>
            <a:endParaRPr lang="en-PK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92CBDA0-1016-FDA8-74A3-FF7FE8B3EF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872541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673798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3B20C39-4091-64F5-C222-D625C3F27C6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7838" b="757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AB4CE4-B52F-1357-7F2C-F44BD3BBF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Objectives</a:t>
            </a:r>
            <a:endParaRPr lang="en-PK" b="1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1B7F93-C959-1DD7-CEE6-B73456E2FF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922114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1757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8B3333-BB0A-BAB0-2F31-7B1DF2F28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261138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n-US" sz="3200" b="1">
                <a:solidFill>
                  <a:schemeClr val="bg1">
                    <a:alpha val="60000"/>
                  </a:schemeClr>
                </a:solidFill>
              </a:rPr>
              <a:t>Development Methodology</a:t>
            </a:r>
            <a:endParaRPr lang="en-PK" sz="3200" b="1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4A1C3-0980-909D-BD88-ADDFDD13DE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427383"/>
            <a:ext cx="8959892" cy="3169482"/>
          </a:xfrm>
        </p:spPr>
        <p:txBody>
          <a:bodyPr anchor="t"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Requirement Analysis</a:t>
            </a:r>
          </a:p>
          <a:p>
            <a:r>
              <a:rPr lang="en-US" dirty="0">
                <a:solidFill>
                  <a:schemeClr val="bg1"/>
                </a:solidFill>
              </a:rPr>
              <a:t>UI/UX Design</a:t>
            </a:r>
          </a:p>
          <a:p>
            <a:r>
              <a:rPr lang="en-US" dirty="0">
                <a:solidFill>
                  <a:schemeClr val="bg1"/>
                </a:solidFill>
              </a:rPr>
              <a:t>Firebase Integration</a:t>
            </a:r>
          </a:p>
          <a:p>
            <a:r>
              <a:rPr lang="en-US" dirty="0">
                <a:solidFill>
                  <a:schemeClr val="bg1"/>
                </a:solidFill>
              </a:rPr>
              <a:t>Gemini API Integration</a:t>
            </a:r>
          </a:p>
          <a:p>
            <a:r>
              <a:rPr lang="en-US" dirty="0">
                <a:solidFill>
                  <a:schemeClr val="bg1"/>
                </a:solidFill>
              </a:rPr>
              <a:t>AR/3D Module Development</a:t>
            </a:r>
          </a:p>
          <a:p>
            <a:r>
              <a:rPr lang="en-US" dirty="0">
                <a:solidFill>
                  <a:schemeClr val="bg1"/>
                </a:solidFill>
              </a:rPr>
              <a:t>System Integration</a:t>
            </a:r>
          </a:p>
          <a:p>
            <a:r>
              <a:rPr lang="en-US" dirty="0">
                <a:solidFill>
                  <a:schemeClr val="bg1"/>
                </a:solidFill>
              </a:rPr>
              <a:t>Testing and Evaluation</a:t>
            </a:r>
          </a:p>
        </p:txBody>
      </p:sp>
    </p:spTree>
    <p:extLst>
      <p:ext uri="{BB962C8B-B14F-4D97-AF65-F5344CB8AC3E}">
        <p14:creationId xmlns:p14="http://schemas.microsoft.com/office/powerpoint/2010/main" val="20488344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17A5E1-8C30-2E97-B352-257283640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en-US" b="1">
                <a:solidFill>
                  <a:schemeClr val="bg1"/>
                </a:solidFill>
              </a:rPr>
              <a:t>System Architecture</a:t>
            </a:r>
            <a:endParaRPr lang="en-PK">
              <a:solidFill>
                <a:schemeClr val="bg1"/>
              </a:solidFill>
            </a:endParaRPr>
          </a:p>
        </p:txBody>
      </p:sp>
      <p:sp>
        <p:nvSpPr>
          <p:cNvPr id="35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7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9B0D2-7A47-06CD-0C2C-E52F0FDC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Frontend Layer </a:t>
            </a:r>
          </a:p>
          <a:p>
            <a:r>
              <a:rPr lang="en-US">
                <a:solidFill>
                  <a:schemeClr val="bg1"/>
                </a:solidFill>
              </a:rPr>
              <a:t>Backend Layer </a:t>
            </a:r>
          </a:p>
          <a:p>
            <a:r>
              <a:rPr lang="en-US">
                <a:solidFill>
                  <a:schemeClr val="bg1"/>
                </a:solidFill>
              </a:rPr>
              <a:t>AI Layer </a:t>
            </a:r>
          </a:p>
          <a:p>
            <a:r>
              <a:rPr lang="en-US">
                <a:solidFill>
                  <a:schemeClr val="bg1"/>
                </a:solidFill>
              </a:rPr>
              <a:t>Storage Layer</a:t>
            </a:r>
            <a:endParaRPr lang="en-PK">
              <a:solidFill>
                <a:schemeClr val="bg1"/>
              </a:solidFill>
            </a:endParaRP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40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1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48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49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25869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C7FAE6E8-1D9E-4905-AAFE-978D331822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57473-FD28-33FB-CB4C-70CE617F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317" y="1354819"/>
            <a:ext cx="10361531" cy="26783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Frontend Layer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F9D1CBF-A219-4C01-85A0-9DF6151E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9FC63AB-02B8-4DDD-8778-397188A370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C0AB7ED-D983-4149-A166-B31B71163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44706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35FA909-3F24-448C-A8BC-7CF77F62F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38DFCB-0F3C-298A-AAEA-62F9802F3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7864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Technologies Used</a:t>
            </a:r>
            <a:endParaRPr lang="en-PK" sz="40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D27F1-7A95-0827-6E49-C26B82B16B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6140449" cy="286228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Native Android Development</a:t>
            </a:r>
          </a:p>
          <a:p>
            <a:r>
              <a:rPr lang="en-US" sz="2400" dirty="0">
                <a:solidFill>
                  <a:schemeClr val="bg1"/>
                </a:solidFill>
              </a:rPr>
              <a:t>Java</a:t>
            </a:r>
          </a:p>
          <a:p>
            <a:r>
              <a:rPr lang="en-US" sz="2400" dirty="0">
                <a:solidFill>
                  <a:schemeClr val="bg1"/>
                </a:solidFill>
              </a:rPr>
              <a:t>XML Layouts</a:t>
            </a:r>
          </a:p>
        </p:txBody>
      </p:sp>
      <p:pic>
        <p:nvPicPr>
          <p:cNvPr id="5" name="Picture 4" descr="Programming data on computer monitor">
            <a:extLst>
              <a:ext uri="{FF2B5EF4-FFF2-40B4-BE49-F238E27FC236}">
                <a16:creationId xmlns:a16="http://schemas.microsoft.com/office/drawing/2014/main" id="{0C7A11EB-A3EC-F013-6D20-522316DA7C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6494" r="9278" b="-2"/>
          <a:stretch>
            <a:fillRect/>
          </a:stretch>
        </p:blipFill>
        <p:spPr>
          <a:xfrm>
            <a:off x="7668829" y="-1"/>
            <a:ext cx="4543953" cy="6858002"/>
          </a:xfrm>
          <a:custGeom>
            <a:avLst/>
            <a:gdLst/>
            <a:ahLst/>
            <a:cxnLst/>
            <a:rect l="l" t="t" r="r" b="b"/>
            <a:pathLst>
              <a:path w="4543953" h="6858002">
                <a:moveTo>
                  <a:pt x="248638" y="6438981"/>
                </a:moveTo>
                <a:cubicBezTo>
                  <a:pt x="258140" y="6444077"/>
                  <a:pt x="265617" y="6451650"/>
                  <a:pt x="268569" y="6463841"/>
                </a:cubicBezTo>
                <a:lnTo>
                  <a:pt x="268572" y="6463849"/>
                </a:lnTo>
                <a:lnTo>
                  <a:pt x="279556" y="6508052"/>
                </a:lnTo>
                <a:lnTo>
                  <a:pt x="282367" y="6513012"/>
                </a:lnTo>
                <a:lnTo>
                  <a:pt x="284834" y="6521804"/>
                </a:lnTo>
                <a:lnTo>
                  <a:pt x="301172" y="6546195"/>
                </a:lnTo>
                <a:lnTo>
                  <a:pt x="301172" y="6546194"/>
                </a:lnTo>
                <a:lnTo>
                  <a:pt x="282367" y="6513012"/>
                </a:lnTo>
                <a:lnTo>
                  <a:pt x="268572" y="6463849"/>
                </a:lnTo>
                <a:lnTo>
                  <a:pt x="268569" y="6463840"/>
                </a:lnTo>
                <a:close/>
                <a:moveTo>
                  <a:pt x="332842" y="2836172"/>
                </a:moveTo>
                <a:lnTo>
                  <a:pt x="332842" y="2836173"/>
                </a:lnTo>
                <a:cubicBezTo>
                  <a:pt x="336914" y="2839983"/>
                  <a:pt x="340200" y="2844317"/>
                  <a:pt x="341533" y="2848794"/>
                </a:cubicBezTo>
                <a:cubicBezTo>
                  <a:pt x="348200" y="2870416"/>
                  <a:pt x="356392" y="2892181"/>
                  <a:pt x="361441" y="2914328"/>
                </a:cubicBezTo>
                <a:lnTo>
                  <a:pt x="366072" y="2947863"/>
                </a:lnTo>
                <a:lnTo>
                  <a:pt x="362488" y="2982148"/>
                </a:lnTo>
                <a:cubicBezTo>
                  <a:pt x="354392" y="3014153"/>
                  <a:pt x="350582" y="3045777"/>
                  <a:pt x="350796" y="3077401"/>
                </a:cubicBezTo>
                <a:lnTo>
                  <a:pt x="350796" y="3077402"/>
                </a:lnTo>
                <a:lnTo>
                  <a:pt x="350796" y="3077402"/>
                </a:lnTo>
                <a:cubicBezTo>
                  <a:pt x="351010" y="3109026"/>
                  <a:pt x="355249" y="3140650"/>
                  <a:pt x="363250" y="3172655"/>
                </a:cubicBezTo>
                <a:cubicBezTo>
                  <a:pt x="389159" y="3276481"/>
                  <a:pt x="416591" y="3380306"/>
                  <a:pt x="410877" y="3489468"/>
                </a:cubicBezTo>
                <a:cubicBezTo>
                  <a:pt x="409925" y="3507564"/>
                  <a:pt x="421546" y="3529091"/>
                  <a:pt x="432976" y="3544714"/>
                </a:cubicBezTo>
                <a:cubicBezTo>
                  <a:pt x="438406" y="3552191"/>
                  <a:pt x="442585" y="3557716"/>
                  <a:pt x="445520" y="3562321"/>
                </a:cubicBezTo>
                <a:lnTo>
                  <a:pt x="450598" y="3574408"/>
                </a:lnTo>
                <a:lnTo>
                  <a:pt x="448246" y="3587174"/>
                </a:lnTo>
                <a:cubicBezTo>
                  <a:pt x="446228" y="3592232"/>
                  <a:pt x="442978" y="3598435"/>
                  <a:pt x="438500" y="3606817"/>
                </a:cubicBezTo>
                <a:cubicBezTo>
                  <a:pt x="434118" y="3614819"/>
                  <a:pt x="431452" y="3624725"/>
                  <a:pt x="424974" y="3630632"/>
                </a:cubicBezTo>
                <a:cubicBezTo>
                  <a:pt x="408496" y="3645682"/>
                  <a:pt x="402257" y="3662494"/>
                  <a:pt x="400733" y="3680163"/>
                </a:cubicBezTo>
                <a:lnTo>
                  <a:pt x="400733" y="3680164"/>
                </a:lnTo>
                <a:lnTo>
                  <a:pt x="400733" y="3680164"/>
                </a:lnTo>
                <a:lnTo>
                  <a:pt x="404781" y="3734838"/>
                </a:lnTo>
                <a:lnTo>
                  <a:pt x="404399" y="3754652"/>
                </a:lnTo>
                <a:cubicBezTo>
                  <a:pt x="398399" y="3767130"/>
                  <a:pt x="396447" y="3778655"/>
                  <a:pt x="398042" y="3789776"/>
                </a:cubicBezTo>
                <a:lnTo>
                  <a:pt x="398042" y="3789776"/>
                </a:lnTo>
                <a:lnTo>
                  <a:pt x="398042" y="3789777"/>
                </a:lnTo>
                <a:cubicBezTo>
                  <a:pt x="399638" y="3800897"/>
                  <a:pt x="404781" y="3811614"/>
                  <a:pt x="412973" y="3822473"/>
                </a:cubicBezTo>
                <a:lnTo>
                  <a:pt x="427308" y="3852620"/>
                </a:lnTo>
                <a:lnTo>
                  <a:pt x="426528" y="3868764"/>
                </a:lnTo>
                <a:cubicBezTo>
                  <a:pt x="425070" y="3874229"/>
                  <a:pt x="422307" y="3879766"/>
                  <a:pt x="417925" y="3885338"/>
                </a:cubicBezTo>
                <a:cubicBezTo>
                  <a:pt x="398494" y="3910104"/>
                  <a:pt x="388302" y="3935727"/>
                  <a:pt x="386040" y="3962159"/>
                </a:cubicBezTo>
                <a:lnTo>
                  <a:pt x="386040" y="3962160"/>
                </a:lnTo>
                <a:lnTo>
                  <a:pt x="386040" y="3962160"/>
                </a:lnTo>
                <a:cubicBezTo>
                  <a:pt x="383778" y="3988593"/>
                  <a:pt x="389446" y="4015835"/>
                  <a:pt x="401733" y="4043840"/>
                </a:cubicBezTo>
                <a:lnTo>
                  <a:pt x="416855" y="4103826"/>
                </a:lnTo>
                <a:lnTo>
                  <a:pt x="414887" y="4134256"/>
                </a:lnTo>
                <a:cubicBezTo>
                  <a:pt x="413045" y="4144498"/>
                  <a:pt x="409973" y="4154857"/>
                  <a:pt x="405543" y="4165383"/>
                </a:cubicBezTo>
                <a:cubicBezTo>
                  <a:pt x="402114" y="4173480"/>
                  <a:pt x="401543" y="4182767"/>
                  <a:pt x="401638" y="4192387"/>
                </a:cubicBezTo>
                <a:lnTo>
                  <a:pt x="401638" y="4192388"/>
                </a:lnTo>
                <a:lnTo>
                  <a:pt x="401638" y="4192388"/>
                </a:lnTo>
                <a:lnTo>
                  <a:pt x="401733" y="4221391"/>
                </a:lnTo>
                <a:lnTo>
                  <a:pt x="396017" y="4253014"/>
                </a:lnTo>
                <a:cubicBezTo>
                  <a:pt x="383824" y="4277401"/>
                  <a:pt x="368204" y="4300070"/>
                  <a:pt x="356201" y="4324645"/>
                </a:cubicBezTo>
                <a:cubicBezTo>
                  <a:pt x="350487" y="4336457"/>
                  <a:pt x="347439" y="4350554"/>
                  <a:pt x="347247" y="4363890"/>
                </a:cubicBezTo>
                <a:lnTo>
                  <a:pt x="347247" y="4363891"/>
                </a:lnTo>
                <a:lnTo>
                  <a:pt x="347247" y="4363891"/>
                </a:lnTo>
                <a:cubicBezTo>
                  <a:pt x="346295" y="4403326"/>
                  <a:pt x="346295" y="4442762"/>
                  <a:pt x="348009" y="4482005"/>
                </a:cubicBezTo>
                <a:cubicBezTo>
                  <a:pt x="350677" y="4546777"/>
                  <a:pt x="351249" y="4612501"/>
                  <a:pt x="408019" y="4659175"/>
                </a:cubicBezTo>
                <a:cubicBezTo>
                  <a:pt x="412591" y="4662987"/>
                  <a:pt x="415259" y="4671177"/>
                  <a:pt x="416021" y="4677656"/>
                </a:cubicBezTo>
                <a:cubicBezTo>
                  <a:pt x="419640" y="4707565"/>
                  <a:pt x="420022" y="4738236"/>
                  <a:pt x="425928" y="4767765"/>
                </a:cubicBezTo>
                <a:lnTo>
                  <a:pt x="427237" y="4800483"/>
                </a:lnTo>
                <a:lnTo>
                  <a:pt x="412401" y="4828916"/>
                </a:lnTo>
                <a:cubicBezTo>
                  <a:pt x="395828" y="4846490"/>
                  <a:pt x="384397" y="4866958"/>
                  <a:pt x="382691" y="4889275"/>
                </a:cubicBezTo>
                <a:lnTo>
                  <a:pt x="382691" y="4889275"/>
                </a:lnTo>
                <a:lnTo>
                  <a:pt x="382691" y="4889276"/>
                </a:lnTo>
                <a:cubicBezTo>
                  <a:pt x="382122" y="4896714"/>
                  <a:pt x="382634" y="4904358"/>
                  <a:pt x="384396" y="4912169"/>
                </a:cubicBezTo>
                <a:lnTo>
                  <a:pt x="385799" y="4933805"/>
                </a:lnTo>
                <a:lnTo>
                  <a:pt x="381039" y="4952673"/>
                </a:lnTo>
                <a:cubicBezTo>
                  <a:pt x="376253" y="4964604"/>
                  <a:pt x="368680" y="4975511"/>
                  <a:pt x="360964" y="4987037"/>
                </a:cubicBezTo>
                <a:cubicBezTo>
                  <a:pt x="349725" y="5003801"/>
                  <a:pt x="335627" y="5022852"/>
                  <a:pt x="334485" y="5041521"/>
                </a:cubicBezTo>
                <a:cubicBezTo>
                  <a:pt x="332628" y="5073241"/>
                  <a:pt x="310088" y="5101639"/>
                  <a:pt x="308337" y="5133224"/>
                </a:cubicBezTo>
                <a:lnTo>
                  <a:pt x="308337" y="5133225"/>
                </a:lnTo>
                <a:lnTo>
                  <a:pt x="308337" y="5133225"/>
                </a:lnTo>
                <a:lnTo>
                  <a:pt x="315052" y="5166114"/>
                </a:lnTo>
                <a:lnTo>
                  <a:pt x="314362" y="5172090"/>
                </a:lnTo>
                <a:cubicBezTo>
                  <a:pt x="313481" y="5174400"/>
                  <a:pt x="312290" y="5176876"/>
                  <a:pt x="311814" y="5179067"/>
                </a:cubicBezTo>
                <a:lnTo>
                  <a:pt x="311814" y="5179068"/>
                </a:lnTo>
                <a:lnTo>
                  <a:pt x="311814" y="5179068"/>
                </a:lnTo>
                <a:cubicBezTo>
                  <a:pt x="304574" y="5214122"/>
                  <a:pt x="311624" y="5247079"/>
                  <a:pt x="335437" y="5272797"/>
                </a:cubicBezTo>
                <a:cubicBezTo>
                  <a:pt x="350964" y="5289657"/>
                  <a:pt x="359489" y="5307422"/>
                  <a:pt x="362870" y="5326163"/>
                </a:cubicBezTo>
                <a:lnTo>
                  <a:pt x="364317" y="5355014"/>
                </a:lnTo>
                <a:lnTo>
                  <a:pt x="359440" y="5385384"/>
                </a:lnTo>
                <a:cubicBezTo>
                  <a:pt x="356201" y="5398721"/>
                  <a:pt x="353915" y="5412057"/>
                  <a:pt x="351249" y="5425582"/>
                </a:cubicBezTo>
                <a:cubicBezTo>
                  <a:pt x="347439" y="5443870"/>
                  <a:pt x="343437" y="5462351"/>
                  <a:pt x="339627" y="5480637"/>
                </a:cubicBezTo>
                <a:cubicBezTo>
                  <a:pt x="337722" y="5489497"/>
                  <a:pt x="335151" y="5498832"/>
                  <a:pt x="335103" y="5507667"/>
                </a:cubicBezTo>
                <a:lnTo>
                  <a:pt x="335103" y="5507668"/>
                </a:lnTo>
                <a:lnTo>
                  <a:pt x="335103" y="5507668"/>
                </a:lnTo>
                <a:cubicBezTo>
                  <a:pt x="335056" y="5516503"/>
                  <a:pt x="337532" y="5524837"/>
                  <a:pt x="345723" y="5531694"/>
                </a:cubicBezTo>
                <a:lnTo>
                  <a:pt x="355869" y="5547578"/>
                </a:lnTo>
                <a:lnTo>
                  <a:pt x="346295" y="5562746"/>
                </a:lnTo>
                <a:cubicBezTo>
                  <a:pt x="303622" y="5600467"/>
                  <a:pt x="276951" y="5646189"/>
                  <a:pt x="275047" y="5704483"/>
                </a:cubicBezTo>
                <a:cubicBezTo>
                  <a:pt x="274665" y="5716485"/>
                  <a:pt x="271999" y="5728678"/>
                  <a:pt x="269141" y="5740488"/>
                </a:cubicBezTo>
                <a:cubicBezTo>
                  <a:pt x="267426" y="5747728"/>
                  <a:pt x="265520" y="5756493"/>
                  <a:pt x="260376" y="5760873"/>
                </a:cubicBezTo>
                <a:cubicBezTo>
                  <a:pt x="221133" y="5794974"/>
                  <a:pt x="193890" y="5837457"/>
                  <a:pt x="171981" y="5883751"/>
                </a:cubicBezTo>
                <a:cubicBezTo>
                  <a:pt x="164171" y="5900323"/>
                  <a:pt x="156361" y="5918042"/>
                  <a:pt x="154075" y="5935949"/>
                </a:cubicBezTo>
                <a:lnTo>
                  <a:pt x="154075" y="5935950"/>
                </a:lnTo>
                <a:lnTo>
                  <a:pt x="154075" y="5935950"/>
                </a:lnTo>
                <a:cubicBezTo>
                  <a:pt x="151789" y="5954618"/>
                  <a:pt x="155599" y="5974241"/>
                  <a:pt x="157695" y="5993292"/>
                </a:cubicBezTo>
                <a:cubicBezTo>
                  <a:pt x="158837" y="6004532"/>
                  <a:pt x="158647" y="6017486"/>
                  <a:pt x="164171" y="6026441"/>
                </a:cubicBezTo>
                <a:cubicBezTo>
                  <a:pt x="181508" y="6054826"/>
                  <a:pt x="200176" y="6082259"/>
                  <a:pt x="220371" y="6108739"/>
                </a:cubicBezTo>
                <a:lnTo>
                  <a:pt x="234064" y="6133315"/>
                </a:lnTo>
                <a:lnTo>
                  <a:pt x="230364" y="6143190"/>
                </a:lnTo>
                <a:cubicBezTo>
                  <a:pt x="227813" y="6146732"/>
                  <a:pt x="223895" y="6150697"/>
                  <a:pt x="218465" y="6155602"/>
                </a:cubicBezTo>
                <a:cubicBezTo>
                  <a:pt x="196176" y="6175797"/>
                  <a:pt x="184556" y="6200944"/>
                  <a:pt x="179794" y="6228756"/>
                </a:cubicBezTo>
                <a:cubicBezTo>
                  <a:pt x="172363" y="6272764"/>
                  <a:pt x="166077" y="6317151"/>
                  <a:pt x="162457" y="6361539"/>
                </a:cubicBezTo>
                <a:lnTo>
                  <a:pt x="162457" y="6361540"/>
                </a:lnTo>
                <a:lnTo>
                  <a:pt x="162457" y="6361540"/>
                </a:lnTo>
                <a:lnTo>
                  <a:pt x="162684" y="6365557"/>
                </a:lnTo>
                <a:lnTo>
                  <a:pt x="163946" y="6387910"/>
                </a:lnTo>
                <a:lnTo>
                  <a:pt x="166047" y="6392243"/>
                </a:lnTo>
                <a:lnTo>
                  <a:pt x="173364" y="6407333"/>
                </a:lnTo>
                <a:lnTo>
                  <a:pt x="173364" y="6407332"/>
                </a:lnTo>
                <a:lnTo>
                  <a:pt x="166047" y="6392243"/>
                </a:lnTo>
                <a:lnTo>
                  <a:pt x="163946" y="6387910"/>
                </a:lnTo>
                <a:lnTo>
                  <a:pt x="162684" y="6365557"/>
                </a:lnTo>
                <a:lnTo>
                  <a:pt x="162457" y="6361540"/>
                </a:lnTo>
                <a:lnTo>
                  <a:pt x="179794" y="6228757"/>
                </a:lnTo>
                <a:cubicBezTo>
                  <a:pt x="184556" y="6200945"/>
                  <a:pt x="196176" y="6175798"/>
                  <a:pt x="218465" y="6155603"/>
                </a:cubicBezTo>
                <a:cubicBezTo>
                  <a:pt x="229325" y="6145793"/>
                  <a:pt x="234135" y="6139745"/>
                  <a:pt x="234064" y="6133315"/>
                </a:cubicBezTo>
                <a:lnTo>
                  <a:pt x="234064" y="6133315"/>
                </a:lnTo>
                <a:lnTo>
                  <a:pt x="234064" y="6133314"/>
                </a:lnTo>
                <a:cubicBezTo>
                  <a:pt x="233993" y="6126884"/>
                  <a:pt x="229039" y="6120074"/>
                  <a:pt x="220371" y="6108738"/>
                </a:cubicBezTo>
                <a:cubicBezTo>
                  <a:pt x="200176" y="6082258"/>
                  <a:pt x="181508" y="6054825"/>
                  <a:pt x="164171" y="6026440"/>
                </a:cubicBezTo>
                <a:cubicBezTo>
                  <a:pt x="158647" y="6017485"/>
                  <a:pt x="158837" y="6004531"/>
                  <a:pt x="157695" y="5993291"/>
                </a:cubicBezTo>
                <a:cubicBezTo>
                  <a:pt x="156647" y="5983766"/>
                  <a:pt x="155171" y="5974097"/>
                  <a:pt x="154242" y="5964477"/>
                </a:cubicBezTo>
                <a:lnTo>
                  <a:pt x="154075" y="5935950"/>
                </a:lnTo>
                <a:lnTo>
                  <a:pt x="160957" y="5909351"/>
                </a:lnTo>
                <a:cubicBezTo>
                  <a:pt x="164171" y="5900611"/>
                  <a:pt x="168076" y="5892038"/>
                  <a:pt x="171981" y="5883752"/>
                </a:cubicBezTo>
                <a:cubicBezTo>
                  <a:pt x="193890" y="5837458"/>
                  <a:pt x="221133" y="5794975"/>
                  <a:pt x="260376" y="5760874"/>
                </a:cubicBezTo>
                <a:cubicBezTo>
                  <a:pt x="265520" y="5756494"/>
                  <a:pt x="267426" y="5747729"/>
                  <a:pt x="269141" y="5740489"/>
                </a:cubicBezTo>
                <a:cubicBezTo>
                  <a:pt x="271999" y="5728679"/>
                  <a:pt x="274665" y="5716486"/>
                  <a:pt x="275047" y="5704484"/>
                </a:cubicBezTo>
                <a:cubicBezTo>
                  <a:pt x="276951" y="5646190"/>
                  <a:pt x="303622" y="5600468"/>
                  <a:pt x="346295" y="5562747"/>
                </a:cubicBezTo>
                <a:cubicBezTo>
                  <a:pt x="352392" y="5557318"/>
                  <a:pt x="355774" y="5552508"/>
                  <a:pt x="355869" y="5547579"/>
                </a:cubicBezTo>
                <a:lnTo>
                  <a:pt x="355869" y="5547578"/>
                </a:lnTo>
                <a:lnTo>
                  <a:pt x="355869" y="5547578"/>
                </a:lnTo>
                <a:cubicBezTo>
                  <a:pt x="355964" y="5542649"/>
                  <a:pt x="352773" y="5537600"/>
                  <a:pt x="345723" y="5531693"/>
                </a:cubicBezTo>
                <a:cubicBezTo>
                  <a:pt x="341628" y="5528265"/>
                  <a:pt x="338961" y="5524467"/>
                  <a:pt x="337324" y="5520422"/>
                </a:cubicBezTo>
                <a:lnTo>
                  <a:pt x="335103" y="5507668"/>
                </a:lnTo>
                <a:lnTo>
                  <a:pt x="339627" y="5480638"/>
                </a:lnTo>
                <a:cubicBezTo>
                  <a:pt x="343437" y="5462352"/>
                  <a:pt x="347439" y="5443871"/>
                  <a:pt x="351249" y="5425583"/>
                </a:cubicBezTo>
                <a:cubicBezTo>
                  <a:pt x="353915" y="5412058"/>
                  <a:pt x="356201" y="5398722"/>
                  <a:pt x="359440" y="5385385"/>
                </a:cubicBezTo>
                <a:cubicBezTo>
                  <a:pt x="361965" y="5375003"/>
                  <a:pt x="363668" y="5364883"/>
                  <a:pt x="364317" y="5355015"/>
                </a:cubicBezTo>
                <a:lnTo>
                  <a:pt x="364317" y="5355014"/>
                </a:lnTo>
                <a:lnTo>
                  <a:pt x="364317" y="5355014"/>
                </a:lnTo>
                <a:cubicBezTo>
                  <a:pt x="366264" y="5325412"/>
                  <a:pt x="358727" y="5298086"/>
                  <a:pt x="335437" y="5272796"/>
                </a:cubicBezTo>
                <a:cubicBezTo>
                  <a:pt x="323531" y="5259937"/>
                  <a:pt x="315815" y="5245269"/>
                  <a:pt x="311981" y="5229433"/>
                </a:cubicBezTo>
                <a:lnTo>
                  <a:pt x="311814" y="5179068"/>
                </a:lnTo>
                <a:lnTo>
                  <a:pt x="314362" y="5172091"/>
                </a:lnTo>
                <a:cubicBezTo>
                  <a:pt x="315243" y="5169781"/>
                  <a:pt x="315814" y="5167638"/>
                  <a:pt x="315052" y="5166114"/>
                </a:cubicBezTo>
                <a:lnTo>
                  <a:pt x="315052" y="5166114"/>
                </a:lnTo>
                <a:lnTo>
                  <a:pt x="315052" y="5166113"/>
                </a:lnTo>
                <a:lnTo>
                  <a:pt x="308337" y="5133225"/>
                </a:lnTo>
                <a:lnTo>
                  <a:pt x="315482" y="5102461"/>
                </a:lnTo>
                <a:cubicBezTo>
                  <a:pt x="322817" y="5082339"/>
                  <a:pt x="333247" y="5062669"/>
                  <a:pt x="334485" y="5041522"/>
                </a:cubicBezTo>
                <a:cubicBezTo>
                  <a:pt x="335627" y="5022853"/>
                  <a:pt x="349725" y="5003802"/>
                  <a:pt x="360964" y="4987038"/>
                </a:cubicBezTo>
                <a:cubicBezTo>
                  <a:pt x="372538" y="4969748"/>
                  <a:pt x="383790" y="4953853"/>
                  <a:pt x="385799" y="4933805"/>
                </a:cubicBezTo>
                <a:lnTo>
                  <a:pt x="385799" y="4933805"/>
                </a:lnTo>
                <a:lnTo>
                  <a:pt x="385799" y="4933805"/>
                </a:lnTo>
                <a:cubicBezTo>
                  <a:pt x="386468" y="4927122"/>
                  <a:pt x="386111" y="4919979"/>
                  <a:pt x="384396" y="4912168"/>
                </a:cubicBezTo>
                <a:lnTo>
                  <a:pt x="382691" y="4889275"/>
                </a:lnTo>
                <a:lnTo>
                  <a:pt x="387469" y="4867614"/>
                </a:lnTo>
                <a:cubicBezTo>
                  <a:pt x="392589" y="4853636"/>
                  <a:pt x="401352" y="4840633"/>
                  <a:pt x="412401" y="4828917"/>
                </a:cubicBezTo>
                <a:cubicBezTo>
                  <a:pt x="420784" y="4819964"/>
                  <a:pt x="425356" y="4810581"/>
                  <a:pt x="427237" y="4800484"/>
                </a:cubicBezTo>
                <a:lnTo>
                  <a:pt x="427237" y="4800483"/>
                </a:lnTo>
                <a:lnTo>
                  <a:pt x="427237" y="4800483"/>
                </a:lnTo>
                <a:cubicBezTo>
                  <a:pt x="429119" y="4790386"/>
                  <a:pt x="428309" y="4779575"/>
                  <a:pt x="425928" y="4767764"/>
                </a:cubicBezTo>
                <a:cubicBezTo>
                  <a:pt x="420022" y="4738235"/>
                  <a:pt x="419640" y="4707564"/>
                  <a:pt x="416021" y="4677655"/>
                </a:cubicBezTo>
                <a:cubicBezTo>
                  <a:pt x="415259" y="4671176"/>
                  <a:pt x="412591" y="4662986"/>
                  <a:pt x="408019" y="4659174"/>
                </a:cubicBezTo>
                <a:cubicBezTo>
                  <a:pt x="351249" y="4612500"/>
                  <a:pt x="350677" y="4546776"/>
                  <a:pt x="348009" y="4482004"/>
                </a:cubicBezTo>
                <a:lnTo>
                  <a:pt x="347247" y="4363891"/>
                </a:lnTo>
                <a:lnTo>
                  <a:pt x="356201" y="4324646"/>
                </a:lnTo>
                <a:cubicBezTo>
                  <a:pt x="368204" y="4300071"/>
                  <a:pt x="383824" y="4277402"/>
                  <a:pt x="396017" y="4253015"/>
                </a:cubicBezTo>
                <a:cubicBezTo>
                  <a:pt x="400781" y="4243873"/>
                  <a:pt x="400971" y="4232061"/>
                  <a:pt x="401733" y="4221392"/>
                </a:cubicBezTo>
                <a:lnTo>
                  <a:pt x="401733" y="4221391"/>
                </a:lnTo>
                <a:lnTo>
                  <a:pt x="401733" y="4221391"/>
                </a:lnTo>
                <a:lnTo>
                  <a:pt x="401638" y="4192388"/>
                </a:lnTo>
                <a:lnTo>
                  <a:pt x="405543" y="4165384"/>
                </a:lnTo>
                <a:cubicBezTo>
                  <a:pt x="414402" y="4144333"/>
                  <a:pt x="417831" y="4123948"/>
                  <a:pt x="416855" y="4103826"/>
                </a:cubicBezTo>
                <a:lnTo>
                  <a:pt x="416855" y="4103826"/>
                </a:lnTo>
                <a:lnTo>
                  <a:pt x="416855" y="4103825"/>
                </a:lnTo>
                <a:cubicBezTo>
                  <a:pt x="415879" y="4083702"/>
                  <a:pt x="410497" y="4063842"/>
                  <a:pt x="401733" y="4043839"/>
                </a:cubicBezTo>
                <a:cubicBezTo>
                  <a:pt x="395590" y="4029837"/>
                  <a:pt x="391101" y="4016025"/>
                  <a:pt x="388431" y="4002410"/>
                </a:cubicBezTo>
                <a:lnTo>
                  <a:pt x="386040" y="3962160"/>
                </a:lnTo>
                <a:lnTo>
                  <a:pt x="395544" y="3923125"/>
                </a:lnTo>
                <a:cubicBezTo>
                  <a:pt x="400804" y="3910319"/>
                  <a:pt x="408210" y="3897722"/>
                  <a:pt x="417925" y="3885339"/>
                </a:cubicBezTo>
                <a:cubicBezTo>
                  <a:pt x="426689" y="3874195"/>
                  <a:pt x="428975" y="3863193"/>
                  <a:pt x="427308" y="3852620"/>
                </a:cubicBezTo>
                <a:lnTo>
                  <a:pt x="427308" y="3852620"/>
                </a:lnTo>
                <a:lnTo>
                  <a:pt x="427308" y="3852619"/>
                </a:lnTo>
                <a:cubicBezTo>
                  <a:pt x="425642" y="3842046"/>
                  <a:pt x="420022" y="3831902"/>
                  <a:pt x="412973" y="3822472"/>
                </a:cubicBezTo>
                <a:lnTo>
                  <a:pt x="398042" y="3789776"/>
                </a:lnTo>
                <a:lnTo>
                  <a:pt x="404399" y="3754653"/>
                </a:lnTo>
                <a:cubicBezTo>
                  <a:pt x="407067" y="3749126"/>
                  <a:pt x="405733" y="3741316"/>
                  <a:pt x="404781" y="3734838"/>
                </a:cubicBezTo>
                <a:lnTo>
                  <a:pt x="404781" y="3734838"/>
                </a:lnTo>
                <a:lnTo>
                  <a:pt x="404781" y="3734837"/>
                </a:lnTo>
                <a:lnTo>
                  <a:pt x="400733" y="3680164"/>
                </a:lnTo>
                <a:lnTo>
                  <a:pt x="407246" y="3654416"/>
                </a:lnTo>
                <a:cubicBezTo>
                  <a:pt x="411056" y="3646123"/>
                  <a:pt x="416735" y="3638158"/>
                  <a:pt x="424974" y="3630633"/>
                </a:cubicBezTo>
                <a:cubicBezTo>
                  <a:pt x="431452" y="3624726"/>
                  <a:pt x="434118" y="3614820"/>
                  <a:pt x="438500" y="3606818"/>
                </a:cubicBezTo>
                <a:cubicBezTo>
                  <a:pt x="447455" y="3590054"/>
                  <a:pt x="451503" y="3582005"/>
                  <a:pt x="450598" y="3574409"/>
                </a:cubicBezTo>
                <a:lnTo>
                  <a:pt x="450598" y="3574408"/>
                </a:lnTo>
                <a:lnTo>
                  <a:pt x="450598" y="3574408"/>
                </a:lnTo>
                <a:cubicBezTo>
                  <a:pt x="449693" y="3566811"/>
                  <a:pt x="443835" y="3559668"/>
                  <a:pt x="432976" y="3544713"/>
                </a:cubicBezTo>
                <a:cubicBezTo>
                  <a:pt x="421546" y="3529090"/>
                  <a:pt x="409925" y="3507563"/>
                  <a:pt x="410877" y="3489467"/>
                </a:cubicBezTo>
                <a:cubicBezTo>
                  <a:pt x="416591" y="3380305"/>
                  <a:pt x="389159" y="3276480"/>
                  <a:pt x="363250" y="3172654"/>
                </a:cubicBezTo>
                <a:lnTo>
                  <a:pt x="350796" y="3077402"/>
                </a:lnTo>
                <a:lnTo>
                  <a:pt x="362488" y="2982149"/>
                </a:lnTo>
                <a:cubicBezTo>
                  <a:pt x="365441" y="2970576"/>
                  <a:pt x="366442" y="2959157"/>
                  <a:pt x="366072" y="2947863"/>
                </a:cubicBezTo>
                <a:lnTo>
                  <a:pt x="366072" y="2947863"/>
                </a:lnTo>
                <a:lnTo>
                  <a:pt x="366072" y="2947862"/>
                </a:lnTo>
                <a:cubicBezTo>
                  <a:pt x="364965" y="2913982"/>
                  <a:pt x="351534" y="2881226"/>
                  <a:pt x="341533" y="2848793"/>
                </a:cubicBezTo>
                <a:close/>
                <a:moveTo>
                  <a:pt x="817328" y="1508458"/>
                </a:moveTo>
                <a:lnTo>
                  <a:pt x="845421" y="1596213"/>
                </a:lnTo>
                <a:cubicBezTo>
                  <a:pt x="847898" y="1604978"/>
                  <a:pt x="846373" y="1615836"/>
                  <a:pt x="843517" y="1624980"/>
                </a:cubicBezTo>
                <a:cubicBezTo>
                  <a:pt x="833801" y="1656223"/>
                  <a:pt x="809415" y="1676036"/>
                  <a:pt x="786935" y="1697753"/>
                </a:cubicBezTo>
                <a:cubicBezTo>
                  <a:pt x="777029" y="1707279"/>
                  <a:pt x="769981" y="1720423"/>
                  <a:pt x="764267" y="1733188"/>
                </a:cubicBezTo>
                <a:cubicBezTo>
                  <a:pt x="749595" y="1766335"/>
                  <a:pt x="736452" y="1800246"/>
                  <a:pt x="722546" y="1833775"/>
                </a:cubicBezTo>
                <a:cubicBezTo>
                  <a:pt x="721212" y="1837013"/>
                  <a:pt x="717783" y="1839679"/>
                  <a:pt x="714925" y="1842158"/>
                </a:cubicBezTo>
                <a:cubicBezTo>
                  <a:pt x="684824" y="1866922"/>
                  <a:pt x="654535" y="1891497"/>
                  <a:pt x="624434" y="1916454"/>
                </a:cubicBezTo>
                <a:cubicBezTo>
                  <a:pt x="618720" y="1921216"/>
                  <a:pt x="614528" y="1928076"/>
                  <a:pt x="609004" y="1933219"/>
                </a:cubicBezTo>
                <a:cubicBezTo>
                  <a:pt x="601384" y="1940459"/>
                  <a:pt x="594143" y="1949603"/>
                  <a:pt x="584999" y="1953413"/>
                </a:cubicBezTo>
                <a:cubicBezTo>
                  <a:pt x="556234" y="1965224"/>
                  <a:pt x="543850" y="1987894"/>
                  <a:pt x="538516" y="2016469"/>
                </a:cubicBezTo>
                <a:cubicBezTo>
                  <a:pt x="533563" y="2042570"/>
                  <a:pt x="529371" y="2068669"/>
                  <a:pt x="523657" y="2094578"/>
                </a:cubicBezTo>
                <a:cubicBezTo>
                  <a:pt x="516799" y="2126201"/>
                  <a:pt x="509369" y="2157636"/>
                  <a:pt x="500986" y="2188879"/>
                </a:cubicBezTo>
                <a:cubicBezTo>
                  <a:pt x="497366" y="2202404"/>
                  <a:pt x="493176" y="2216692"/>
                  <a:pt x="485746" y="2228314"/>
                </a:cubicBezTo>
                <a:cubicBezTo>
                  <a:pt x="465171" y="2260890"/>
                  <a:pt x="451265" y="2295753"/>
                  <a:pt x="456789" y="2334044"/>
                </a:cubicBezTo>
                <a:cubicBezTo>
                  <a:pt x="461171" y="2364715"/>
                  <a:pt x="449931" y="2390434"/>
                  <a:pt x="432404" y="2409485"/>
                </a:cubicBezTo>
                <a:cubicBezTo>
                  <a:pt x="416497" y="2426822"/>
                  <a:pt x="410353" y="2444777"/>
                  <a:pt x="409472" y="2463017"/>
                </a:cubicBezTo>
                <a:lnTo>
                  <a:pt x="409472" y="2463018"/>
                </a:lnTo>
                <a:lnTo>
                  <a:pt x="409472" y="2463018"/>
                </a:lnTo>
                <a:cubicBezTo>
                  <a:pt x="408591" y="2481259"/>
                  <a:pt x="412972" y="2499786"/>
                  <a:pt x="418115" y="2518265"/>
                </a:cubicBezTo>
                <a:lnTo>
                  <a:pt x="421759" y="2545007"/>
                </a:lnTo>
                <a:lnTo>
                  <a:pt x="417545" y="2571034"/>
                </a:lnTo>
                <a:cubicBezTo>
                  <a:pt x="405543" y="2612945"/>
                  <a:pt x="372966" y="2640950"/>
                  <a:pt x="344391" y="2668001"/>
                </a:cubicBezTo>
                <a:cubicBezTo>
                  <a:pt x="320006" y="2691054"/>
                  <a:pt x="306290" y="2716963"/>
                  <a:pt x="296001" y="2745348"/>
                </a:cubicBezTo>
                <a:lnTo>
                  <a:pt x="296001" y="2745352"/>
                </a:lnTo>
                <a:lnTo>
                  <a:pt x="289670" y="2770758"/>
                </a:lnTo>
                <a:lnTo>
                  <a:pt x="290080" y="2778006"/>
                </a:lnTo>
                <a:lnTo>
                  <a:pt x="289301" y="2782305"/>
                </a:lnTo>
                <a:lnTo>
                  <a:pt x="290501" y="2785440"/>
                </a:lnTo>
                <a:lnTo>
                  <a:pt x="290929" y="2793023"/>
                </a:lnTo>
                <a:lnTo>
                  <a:pt x="300579" y="2811780"/>
                </a:lnTo>
                <a:lnTo>
                  <a:pt x="300582" y="2811787"/>
                </a:lnTo>
                <a:lnTo>
                  <a:pt x="300583" y="2811787"/>
                </a:lnTo>
                <a:lnTo>
                  <a:pt x="300579" y="2811780"/>
                </a:lnTo>
                <a:lnTo>
                  <a:pt x="290501" y="2785440"/>
                </a:lnTo>
                <a:lnTo>
                  <a:pt x="290080" y="2778006"/>
                </a:lnTo>
                <a:lnTo>
                  <a:pt x="296001" y="2745352"/>
                </a:lnTo>
                <a:lnTo>
                  <a:pt x="296001" y="2745349"/>
                </a:lnTo>
                <a:cubicBezTo>
                  <a:pt x="306290" y="2716964"/>
                  <a:pt x="320006" y="2691055"/>
                  <a:pt x="344391" y="2668002"/>
                </a:cubicBezTo>
                <a:cubicBezTo>
                  <a:pt x="372966" y="2640951"/>
                  <a:pt x="405543" y="2612946"/>
                  <a:pt x="417545" y="2571035"/>
                </a:cubicBezTo>
                <a:cubicBezTo>
                  <a:pt x="420117" y="2561986"/>
                  <a:pt x="421593" y="2553556"/>
                  <a:pt x="421760" y="2545007"/>
                </a:cubicBezTo>
                <a:lnTo>
                  <a:pt x="421759" y="2545007"/>
                </a:lnTo>
                <a:lnTo>
                  <a:pt x="421760" y="2545006"/>
                </a:lnTo>
                <a:cubicBezTo>
                  <a:pt x="421926" y="2536457"/>
                  <a:pt x="420783" y="2527790"/>
                  <a:pt x="418115" y="2518264"/>
                </a:cubicBezTo>
                <a:cubicBezTo>
                  <a:pt x="415544" y="2509025"/>
                  <a:pt x="413163" y="2499773"/>
                  <a:pt x="411535" y="2490551"/>
                </a:cubicBezTo>
                <a:lnTo>
                  <a:pt x="409472" y="2463018"/>
                </a:lnTo>
                <a:lnTo>
                  <a:pt x="415303" y="2435913"/>
                </a:lnTo>
                <a:cubicBezTo>
                  <a:pt x="418938" y="2426977"/>
                  <a:pt x="424451" y="2418154"/>
                  <a:pt x="432404" y="2409486"/>
                </a:cubicBezTo>
                <a:cubicBezTo>
                  <a:pt x="449931" y="2390435"/>
                  <a:pt x="461171" y="2364716"/>
                  <a:pt x="456789" y="2334045"/>
                </a:cubicBezTo>
                <a:cubicBezTo>
                  <a:pt x="451265" y="2295754"/>
                  <a:pt x="465171" y="2260891"/>
                  <a:pt x="485746" y="2228315"/>
                </a:cubicBezTo>
                <a:cubicBezTo>
                  <a:pt x="493176" y="2216693"/>
                  <a:pt x="497366" y="2202405"/>
                  <a:pt x="500986" y="2188880"/>
                </a:cubicBezTo>
                <a:cubicBezTo>
                  <a:pt x="509369" y="2157637"/>
                  <a:pt x="516799" y="2126202"/>
                  <a:pt x="523657" y="2094579"/>
                </a:cubicBezTo>
                <a:cubicBezTo>
                  <a:pt x="529371" y="2068670"/>
                  <a:pt x="533563" y="2042571"/>
                  <a:pt x="538516" y="2016470"/>
                </a:cubicBezTo>
                <a:cubicBezTo>
                  <a:pt x="543850" y="1987895"/>
                  <a:pt x="556234" y="1965225"/>
                  <a:pt x="584999" y="1953414"/>
                </a:cubicBezTo>
                <a:cubicBezTo>
                  <a:pt x="594143" y="1949604"/>
                  <a:pt x="601384" y="1940460"/>
                  <a:pt x="609004" y="1933220"/>
                </a:cubicBezTo>
                <a:cubicBezTo>
                  <a:pt x="614528" y="1928077"/>
                  <a:pt x="618720" y="1921217"/>
                  <a:pt x="624434" y="1916455"/>
                </a:cubicBezTo>
                <a:cubicBezTo>
                  <a:pt x="654535" y="1891498"/>
                  <a:pt x="684824" y="1866923"/>
                  <a:pt x="714925" y="1842159"/>
                </a:cubicBezTo>
                <a:cubicBezTo>
                  <a:pt x="717783" y="1839680"/>
                  <a:pt x="721212" y="1837014"/>
                  <a:pt x="722546" y="1833776"/>
                </a:cubicBezTo>
                <a:cubicBezTo>
                  <a:pt x="736452" y="1800247"/>
                  <a:pt x="749596" y="1766336"/>
                  <a:pt x="764267" y="1733189"/>
                </a:cubicBezTo>
                <a:cubicBezTo>
                  <a:pt x="769981" y="1720424"/>
                  <a:pt x="777029" y="1707280"/>
                  <a:pt x="786936" y="1697754"/>
                </a:cubicBezTo>
                <a:cubicBezTo>
                  <a:pt x="809416" y="1676037"/>
                  <a:pt x="833801" y="1656224"/>
                  <a:pt x="843517" y="1624981"/>
                </a:cubicBezTo>
                <a:cubicBezTo>
                  <a:pt x="846374" y="1615837"/>
                  <a:pt x="847899" y="1604979"/>
                  <a:pt x="845422" y="1596214"/>
                </a:cubicBezTo>
                <a:close/>
                <a:moveTo>
                  <a:pt x="792926" y="1453958"/>
                </a:moveTo>
                <a:lnTo>
                  <a:pt x="798723" y="1459073"/>
                </a:lnTo>
                <a:lnTo>
                  <a:pt x="807941" y="1481572"/>
                </a:lnTo>
                <a:lnTo>
                  <a:pt x="798724" y="1459074"/>
                </a:lnTo>
                <a:lnTo>
                  <a:pt x="798723" y="1459073"/>
                </a:lnTo>
                <a:lnTo>
                  <a:pt x="798723" y="1459073"/>
                </a:lnTo>
                <a:close/>
                <a:moveTo>
                  <a:pt x="779530" y="1268758"/>
                </a:moveTo>
                <a:lnTo>
                  <a:pt x="774363" y="1286069"/>
                </a:lnTo>
                <a:cubicBezTo>
                  <a:pt x="759789" y="1306930"/>
                  <a:pt x="753550" y="1328552"/>
                  <a:pt x="752025" y="1350627"/>
                </a:cubicBezTo>
                <a:lnTo>
                  <a:pt x="757620" y="1413840"/>
                </a:lnTo>
                <a:lnTo>
                  <a:pt x="752026" y="1350628"/>
                </a:lnTo>
                <a:cubicBezTo>
                  <a:pt x="753550" y="1328553"/>
                  <a:pt x="759790" y="1306930"/>
                  <a:pt x="774363" y="1286070"/>
                </a:cubicBezTo>
                <a:cubicBezTo>
                  <a:pt x="777506" y="1281689"/>
                  <a:pt x="779078" y="1275402"/>
                  <a:pt x="779530" y="1268758"/>
                </a:cubicBezTo>
                <a:close/>
                <a:moveTo>
                  <a:pt x="837801" y="773035"/>
                </a:moveTo>
                <a:lnTo>
                  <a:pt x="829801" y="854379"/>
                </a:lnTo>
                <a:cubicBezTo>
                  <a:pt x="827515" y="878956"/>
                  <a:pt x="826753" y="903722"/>
                  <a:pt x="798747" y="915343"/>
                </a:cubicBezTo>
                <a:cubicBezTo>
                  <a:pt x="794365" y="917059"/>
                  <a:pt x="791127" y="922773"/>
                  <a:pt x="788269" y="927155"/>
                </a:cubicBezTo>
                <a:cubicBezTo>
                  <a:pt x="744261" y="994785"/>
                  <a:pt x="745405" y="1030980"/>
                  <a:pt x="791889" y="1097087"/>
                </a:cubicBezTo>
                <a:cubicBezTo>
                  <a:pt x="796651" y="1103945"/>
                  <a:pt x="800081" y="1118613"/>
                  <a:pt x="796271" y="1123185"/>
                </a:cubicBezTo>
                <a:cubicBezTo>
                  <a:pt x="780459" y="1142617"/>
                  <a:pt x="773411" y="1162954"/>
                  <a:pt x="771553" y="1184029"/>
                </a:cubicBezTo>
                <a:cubicBezTo>
                  <a:pt x="773411" y="1162954"/>
                  <a:pt x="780460" y="1142618"/>
                  <a:pt x="796272" y="1123186"/>
                </a:cubicBezTo>
                <a:cubicBezTo>
                  <a:pt x="800082" y="1118614"/>
                  <a:pt x="796652" y="1103946"/>
                  <a:pt x="791890" y="1097088"/>
                </a:cubicBezTo>
                <a:cubicBezTo>
                  <a:pt x="745406" y="1030981"/>
                  <a:pt x="744262" y="994786"/>
                  <a:pt x="788270" y="927156"/>
                </a:cubicBezTo>
                <a:cubicBezTo>
                  <a:pt x="791128" y="922774"/>
                  <a:pt x="794366" y="917060"/>
                  <a:pt x="798748" y="915344"/>
                </a:cubicBezTo>
                <a:cubicBezTo>
                  <a:pt x="826753" y="903723"/>
                  <a:pt x="827515" y="878957"/>
                  <a:pt x="829801" y="854380"/>
                </a:cubicBezTo>
                <a:cubicBezTo>
                  <a:pt x="832277" y="827330"/>
                  <a:pt x="835515" y="800277"/>
                  <a:pt x="837801" y="773036"/>
                </a:cubicBezTo>
                <a:close/>
                <a:moveTo>
                  <a:pt x="782400" y="517851"/>
                </a:moveTo>
                <a:lnTo>
                  <a:pt x="791317" y="556047"/>
                </a:lnTo>
                <a:cubicBezTo>
                  <a:pt x="793413" y="564048"/>
                  <a:pt x="798937" y="572622"/>
                  <a:pt x="797795" y="580050"/>
                </a:cubicBezTo>
                <a:cubicBezTo>
                  <a:pt x="794461" y="601578"/>
                  <a:pt x="796890" y="622201"/>
                  <a:pt x="801176" y="642537"/>
                </a:cubicBezTo>
                <a:lnTo>
                  <a:pt x="813700" y="694928"/>
                </a:lnTo>
                <a:lnTo>
                  <a:pt x="801177" y="642538"/>
                </a:lnTo>
                <a:cubicBezTo>
                  <a:pt x="796891" y="622201"/>
                  <a:pt x="794462" y="601579"/>
                  <a:pt x="797796" y="580051"/>
                </a:cubicBezTo>
                <a:cubicBezTo>
                  <a:pt x="798938" y="572623"/>
                  <a:pt x="793414" y="564049"/>
                  <a:pt x="791318" y="556048"/>
                </a:cubicBezTo>
                <a:close/>
                <a:moveTo>
                  <a:pt x="769105" y="298169"/>
                </a:moveTo>
                <a:lnTo>
                  <a:pt x="783887" y="313533"/>
                </a:lnTo>
                <a:lnTo>
                  <a:pt x="786245" y="324058"/>
                </a:lnTo>
                <a:cubicBezTo>
                  <a:pt x="786031" y="328964"/>
                  <a:pt x="785126" y="334584"/>
                  <a:pt x="784459" y="338870"/>
                </a:cubicBezTo>
                <a:cubicBezTo>
                  <a:pt x="781601" y="357921"/>
                  <a:pt x="774363" y="376781"/>
                  <a:pt x="774553" y="395640"/>
                </a:cubicBezTo>
                <a:lnTo>
                  <a:pt x="778363" y="367328"/>
                </a:lnTo>
                <a:cubicBezTo>
                  <a:pt x="780506" y="357874"/>
                  <a:pt x="783031" y="348396"/>
                  <a:pt x="784460" y="338871"/>
                </a:cubicBezTo>
                <a:cubicBezTo>
                  <a:pt x="785794" y="330299"/>
                  <a:pt x="788080" y="316390"/>
                  <a:pt x="783888" y="313534"/>
                </a:cubicBezTo>
                <a:lnTo>
                  <a:pt x="783887" y="313533"/>
                </a:lnTo>
                <a:lnTo>
                  <a:pt x="783887" y="313533"/>
                </a:lnTo>
                <a:close/>
                <a:moveTo>
                  <a:pt x="761560" y="281568"/>
                </a:moveTo>
                <a:lnTo>
                  <a:pt x="766454" y="295415"/>
                </a:lnTo>
                <a:lnTo>
                  <a:pt x="766455" y="295415"/>
                </a:lnTo>
                <a:close/>
                <a:moveTo>
                  <a:pt x="774880" y="24486"/>
                </a:moveTo>
                <a:lnTo>
                  <a:pt x="777142" y="74129"/>
                </a:lnTo>
                <a:cubicBezTo>
                  <a:pt x="775758" y="100174"/>
                  <a:pt x="771253" y="125876"/>
                  <a:pt x="767023" y="151569"/>
                </a:cubicBezTo>
                <a:lnTo>
                  <a:pt x="766824" y="153388"/>
                </a:lnTo>
                <a:lnTo>
                  <a:pt x="763010" y="177271"/>
                </a:lnTo>
                <a:lnTo>
                  <a:pt x="758551" y="228944"/>
                </a:lnTo>
                <a:lnTo>
                  <a:pt x="758551" y="228948"/>
                </a:lnTo>
                <a:lnTo>
                  <a:pt x="758551" y="228949"/>
                </a:lnTo>
                <a:lnTo>
                  <a:pt x="758551" y="228944"/>
                </a:lnTo>
                <a:lnTo>
                  <a:pt x="766824" y="153388"/>
                </a:lnTo>
                <a:lnTo>
                  <a:pt x="771220" y="125861"/>
                </a:lnTo>
                <a:cubicBezTo>
                  <a:pt x="773910" y="108703"/>
                  <a:pt x="776220" y="91492"/>
                  <a:pt x="777143" y="74129"/>
                </a:cubicBezTo>
                <a:close/>
                <a:moveTo>
                  <a:pt x="313353" y="0"/>
                </a:moveTo>
                <a:lnTo>
                  <a:pt x="777461" y="0"/>
                </a:lnTo>
                <a:lnTo>
                  <a:pt x="774743" y="21486"/>
                </a:lnTo>
                <a:lnTo>
                  <a:pt x="777461" y="1"/>
                </a:lnTo>
                <a:lnTo>
                  <a:pt x="4543953" y="2"/>
                </a:lnTo>
                <a:lnTo>
                  <a:pt x="4543953" y="6858002"/>
                </a:lnTo>
                <a:lnTo>
                  <a:pt x="284400" y="6858002"/>
                </a:lnTo>
                <a:lnTo>
                  <a:pt x="284400" y="6858001"/>
                </a:lnTo>
                <a:lnTo>
                  <a:pt x="284400" y="6858001"/>
                </a:lnTo>
                <a:lnTo>
                  <a:pt x="278237" y="6812064"/>
                </a:lnTo>
                <a:lnTo>
                  <a:pt x="283011" y="6776800"/>
                </a:lnTo>
                <a:cubicBezTo>
                  <a:pt x="286107" y="6765164"/>
                  <a:pt x="290857" y="6753698"/>
                  <a:pt x="297715" y="6742553"/>
                </a:cubicBezTo>
                <a:cubicBezTo>
                  <a:pt x="306003" y="6729219"/>
                  <a:pt x="311147" y="6716169"/>
                  <a:pt x="311551" y="6702977"/>
                </a:cubicBezTo>
                <a:lnTo>
                  <a:pt x="311551" y="6702976"/>
                </a:lnTo>
                <a:lnTo>
                  <a:pt x="311551" y="6702976"/>
                </a:lnTo>
                <a:cubicBezTo>
                  <a:pt x="311956" y="6689783"/>
                  <a:pt x="307622" y="6676448"/>
                  <a:pt x="296953" y="6662541"/>
                </a:cubicBezTo>
                <a:cubicBezTo>
                  <a:pt x="293286" y="6657825"/>
                  <a:pt x="290989" y="6651967"/>
                  <a:pt x="289870" y="6645552"/>
                </a:cubicBezTo>
                <a:lnTo>
                  <a:pt x="289858" y="6625225"/>
                </a:lnTo>
                <a:lnTo>
                  <a:pt x="306480" y="6588626"/>
                </a:lnTo>
                <a:cubicBezTo>
                  <a:pt x="312576" y="6582147"/>
                  <a:pt x="318672" y="6575479"/>
                  <a:pt x="328959" y="6564621"/>
                </a:cubicBezTo>
                <a:lnTo>
                  <a:pt x="328959" y="6564620"/>
                </a:lnTo>
                <a:lnTo>
                  <a:pt x="306480" y="6588625"/>
                </a:lnTo>
                <a:cubicBezTo>
                  <a:pt x="298003" y="6597578"/>
                  <a:pt x="291954" y="6611342"/>
                  <a:pt x="289858" y="6625224"/>
                </a:cubicBezTo>
                <a:lnTo>
                  <a:pt x="289858" y="6625225"/>
                </a:lnTo>
                <a:lnTo>
                  <a:pt x="289858" y="6625225"/>
                </a:lnTo>
                <a:cubicBezTo>
                  <a:pt x="287762" y="6639108"/>
                  <a:pt x="289619" y="6653111"/>
                  <a:pt x="296953" y="6662542"/>
                </a:cubicBezTo>
                <a:cubicBezTo>
                  <a:pt x="302288" y="6669496"/>
                  <a:pt x="306038" y="6676306"/>
                  <a:pt x="308405" y="6683027"/>
                </a:cubicBezTo>
                <a:lnTo>
                  <a:pt x="311551" y="6702976"/>
                </a:lnTo>
                <a:lnTo>
                  <a:pt x="297715" y="6742552"/>
                </a:lnTo>
                <a:cubicBezTo>
                  <a:pt x="283999" y="6764841"/>
                  <a:pt x="278713" y="6788417"/>
                  <a:pt x="278237" y="6812063"/>
                </a:cubicBezTo>
                <a:lnTo>
                  <a:pt x="278237" y="6812064"/>
                </a:lnTo>
                <a:lnTo>
                  <a:pt x="278237" y="6812064"/>
                </a:lnTo>
                <a:lnTo>
                  <a:pt x="284400" y="6858001"/>
                </a:lnTo>
                <a:lnTo>
                  <a:pt x="112147" y="6858001"/>
                </a:lnTo>
                <a:lnTo>
                  <a:pt x="102447" y="6815516"/>
                </a:lnTo>
                <a:cubicBezTo>
                  <a:pt x="96923" y="6793035"/>
                  <a:pt x="87016" y="6771319"/>
                  <a:pt x="83396" y="6748458"/>
                </a:cubicBezTo>
                <a:cubicBezTo>
                  <a:pt x="74824" y="6694164"/>
                  <a:pt x="68728" y="6639488"/>
                  <a:pt x="61870" y="6584812"/>
                </a:cubicBezTo>
                <a:cubicBezTo>
                  <a:pt x="54821" y="6528424"/>
                  <a:pt x="47391" y="6472225"/>
                  <a:pt x="41105" y="6415833"/>
                </a:cubicBezTo>
                <a:cubicBezTo>
                  <a:pt x="37865" y="6384972"/>
                  <a:pt x="37295" y="6353919"/>
                  <a:pt x="34247" y="6323058"/>
                </a:cubicBezTo>
                <a:cubicBezTo>
                  <a:pt x="31579" y="6296005"/>
                  <a:pt x="26626" y="6269144"/>
                  <a:pt x="23386" y="6242093"/>
                </a:cubicBezTo>
                <a:cubicBezTo>
                  <a:pt x="20720" y="6218660"/>
                  <a:pt x="19196" y="6195037"/>
                  <a:pt x="16528" y="6171605"/>
                </a:cubicBezTo>
                <a:cubicBezTo>
                  <a:pt x="12148" y="6134075"/>
                  <a:pt x="7194" y="6096736"/>
                  <a:pt x="2622" y="6059397"/>
                </a:cubicBezTo>
                <a:lnTo>
                  <a:pt x="0" y="6041769"/>
                </a:lnTo>
                <a:lnTo>
                  <a:pt x="0" y="6000937"/>
                </a:lnTo>
                <a:lnTo>
                  <a:pt x="3670" y="5957595"/>
                </a:lnTo>
                <a:lnTo>
                  <a:pt x="0" y="5912511"/>
                </a:lnTo>
                <a:lnTo>
                  <a:pt x="0" y="5886401"/>
                </a:lnTo>
                <a:lnTo>
                  <a:pt x="1098" y="5864318"/>
                </a:lnTo>
                <a:cubicBezTo>
                  <a:pt x="7576" y="5839361"/>
                  <a:pt x="16720" y="5815169"/>
                  <a:pt x="24720" y="5790592"/>
                </a:cubicBezTo>
                <a:cubicBezTo>
                  <a:pt x="25672" y="5787924"/>
                  <a:pt x="25864" y="5784686"/>
                  <a:pt x="26434" y="5781830"/>
                </a:cubicBezTo>
                <a:cubicBezTo>
                  <a:pt x="29675" y="5765635"/>
                  <a:pt x="32913" y="5749634"/>
                  <a:pt x="35771" y="5733440"/>
                </a:cubicBezTo>
                <a:cubicBezTo>
                  <a:pt x="37295" y="5724678"/>
                  <a:pt x="37485" y="5715723"/>
                  <a:pt x="38819" y="5706959"/>
                </a:cubicBezTo>
                <a:cubicBezTo>
                  <a:pt x="44153" y="5673050"/>
                  <a:pt x="35199" y="5635711"/>
                  <a:pt x="58250" y="5606372"/>
                </a:cubicBezTo>
                <a:cubicBezTo>
                  <a:pt x="73110" y="5587321"/>
                  <a:pt x="69680" y="5568842"/>
                  <a:pt x="67394" y="5548460"/>
                </a:cubicBezTo>
                <a:cubicBezTo>
                  <a:pt x="65680" y="5533027"/>
                  <a:pt x="66252" y="5517215"/>
                  <a:pt x="66060" y="5501594"/>
                </a:cubicBezTo>
                <a:cubicBezTo>
                  <a:pt x="65490" y="5474161"/>
                  <a:pt x="65298" y="5446728"/>
                  <a:pt x="64346" y="5419295"/>
                </a:cubicBezTo>
                <a:cubicBezTo>
                  <a:pt x="63966" y="5410531"/>
                  <a:pt x="59202" y="5401579"/>
                  <a:pt x="59964" y="5393005"/>
                </a:cubicBezTo>
                <a:cubicBezTo>
                  <a:pt x="63584" y="5353379"/>
                  <a:pt x="69300" y="5313754"/>
                  <a:pt x="72538" y="5274129"/>
                </a:cubicBezTo>
                <a:cubicBezTo>
                  <a:pt x="74442" y="5251650"/>
                  <a:pt x="70824" y="5228597"/>
                  <a:pt x="73490" y="5206308"/>
                </a:cubicBezTo>
                <a:cubicBezTo>
                  <a:pt x="76538" y="5180591"/>
                  <a:pt x="84348" y="5155445"/>
                  <a:pt x="89113" y="5129916"/>
                </a:cubicBezTo>
                <a:cubicBezTo>
                  <a:pt x="90445" y="5122867"/>
                  <a:pt x="88731" y="5115057"/>
                  <a:pt x="88351" y="5107627"/>
                </a:cubicBezTo>
                <a:cubicBezTo>
                  <a:pt x="87968" y="5099245"/>
                  <a:pt x="87206" y="5091052"/>
                  <a:pt x="87016" y="5082670"/>
                </a:cubicBezTo>
                <a:cubicBezTo>
                  <a:pt x="86634" y="5057141"/>
                  <a:pt x="87206" y="5031614"/>
                  <a:pt x="85872" y="5006086"/>
                </a:cubicBezTo>
                <a:cubicBezTo>
                  <a:pt x="85110" y="4990465"/>
                  <a:pt x="77300" y="4974082"/>
                  <a:pt x="80158" y="4959602"/>
                </a:cubicBezTo>
                <a:cubicBezTo>
                  <a:pt x="85682" y="4930075"/>
                  <a:pt x="73300" y="4900546"/>
                  <a:pt x="83586" y="4871019"/>
                </a:cubicBezTo>
                <a:cubicBezTo>
                  <a:pt x="86634" y="4861873"/>
                  <a:pt x="79014" y="4849300"/>
                  <a:pt x="78634" y="4838250"/>
                </a:cubicBezTo>
                <a:cubicBezTo>
                  <a:pt x="77682" y="4810627"/>
                  <a:pt x="77872" y="4783004"/>
                  <a:pt x="78062" y="4755381"/>
                </a:cubicBezTo>
                <a:cubicBezTo>
                  <a:pt x="78252" y="4730614"/>
                  <a:pt x="75586" y="4704895"/>
                  <a:pt x="80920" y="4681083"/>
                </a:cubicBezTo>
                <a:cubicBezTo>
                  <a:pt x="86634" y="4656126"/>
                  <a:pt x="85872" y="4633647"/>
                  <a:pt x="79396" y="4609452"/>
                </a:cubicBezTo>
                <a:cubicBezTo>
                  <a:pt x="75014" y="4592878"/>
                  <a:pt x="74442" y="4575351"/>
                  <a:pt x="73110" y="4558207"/>
                </a:cubicBezTo>
                <a:cubicBezTo>
                  <a:pt x="71586" y="4539728"/>
                  <a:pt x="75586" y="4519343"/>
                  <a:pt x="69300" y="4502579"/>
                </a:cubicBezTo>
                <a:cubicBezTo>
                  <a:pt x="50629" y="4452665"/>
                  <a:pt x="46629" y="4401419"/>
                  <a:pt x="46629" y="4349222"/>
                </a:cubicBezTo>
                <a:cubicBezTo>
                  <a:pt x="46629" y="4339695"/>
                  <a:pt x="49295" y="4329979"/>
                  <a:pt x="52153" y="4320837"/>
                </a:cubicBezTo>
                <a:cubicBezTo>
                  <a:pt x="69300" y="4267493"/>
                  <a:pt x="67776" y="4213961"/>
                  <a:pt x="57297" y="4159667"/>
                </a:cubicBezTo>
                <a:cubicBezTo>
                  <a:pt x="55011" y="4148427"/>
                  <a:pt x="54629" y="4135854"/>
                  <a:pt x="56915" y="4124614"/>
                </a:cubicBezTo>
                <a:cubicBezTo>
                  <a:pt x="63584" y="4092989"/>
                  <a:pt x="74634" y="4062318"/>
                  <a:pt x="79396" y="4030503"/>
                </a:cubicBezTo>
                <a:cubicBezTo>
                  <a:pt x="87206" y="3977925"/>
                  <a:pt x="60918" y="3932394"/>
                  <a:pt x="43771" y="3885338"/>
                </a:cubicBezTo>
                <a:cubicBezTo>
                  <a:pt x="31627" y="3851761"/>
                  <a:pt x="8016" y="3821935"/>
                  <a:pt x="426" y="3786777"/>
                </a:cubicBezTo>
                <a:lnTo>
                  <a:pt x="0" y="3773897"/>
                </a:lnTo>
                <a:lnTo>
                  <a:pt x="0" y="3393882"/>
                </a:lnTo>
                <a:lnTo>
                  <a:pt x="11838" y="3359516"/>
                </a:lnTo>
                <a:cubicBezTo>
                  <a:pt x="14434" y="3346205"/>
                  <a:pt x="14910" y="3332774"/>
                  <a:pt x="12910" y="3318771"/>
                </a:cubicBezTo>
                <a:cubicBezTo>
                  <a:pt x="12243" y="3314104"/>
                  <a:pt x="9909" y="3308770"/>
                  <a:pt x="6718" y="3304079"/>
                </a:cubicBezTo>
                <a:lnTo>
                  <a:pt x="0" y="3297657"/>
                </a:lnTo>
                <a:lnTo>
                  <a:pt x="0" y="3207867"/>
                </a:lnTo>
                <a:lnTo>
                  <a:pt x="15553" y="3186771"/>
                </a:lnTo>
                <a:cubicBezTo>
                  <a:pt x="28483" y="3162329"/>
                  <a:pt x="30484" y="3134647"/>
                  <a:pt x="36341" y="3107500"/>
                </a:cubicBezTo>
                <a:cubicBezTo>
                  <a:pt x="41105" y="3085403"/>
                  <a:pt x="41295" y="3064827"/>
                  <a:pt x="38057" y="3042728"/>
                </a:cubicBezTo>
                <a:cubicBezTo>
                  <a:pt x="30817" y="2994722"/>
                  <a:pt x="41105" y="2948047"/>
                  <a:pt x="54249" y="2901943"/>
                </a:cubicBezTo>
                <a:cubicBezTo>
                  <a:pt x="63012" y="2871462"/>
                  <a:pt x="68346" y="2840219"/>
                  <a:pt x="77300" y="2809930"/>
                </a:cubicBezTo>
                <a:cubicBezTo>
                  <a:pt x="84158" y="2787259"/>
                  <a:pt x="92351" y="2764590"/>
                  <a:pt x="103399" y="2743826"/>
                </a:cubicBezTo>
                <a:cubicBezTo>
                  <a:pt x="119594" y="2713723"/>
                  <a:pt x="143978" y="2687436"/>
                  <a:pt x="137500" y="2649143"/>
                </a:cubicBezTo>
                <a:cubicBezTo>
                  <a:pt x="131786" y="2615421"/>
                  <a:pt x="143786" y="2584942"/>
                  <a:pt x="155217" y="2554079"/>
                </a:cubicBezTo>
                <a:cubicBezTo>
                  <a:pt x="163599" y="2531409"/>
                  <a:pt x="172173" y="2508742"/>
                  <a:pt x="177507" y="2485307"/>
                </a:cubicBezTo>
                <a:cubicBezTo>
                  <a:pt x="183794" y="2457492"/>
                  <a:pt x="181126" y="2426059"/>
                  <a:pt x="192748" y="2401292"/>
                </a:cubicBezTo>
                <a:cubicBezTo>
                  <a:pt x="204940" y="2375383"/>
                  <a:pt x="196748" y="2353859"/>
                  <a:pt x="193318" y="2330806"/>
                </a:cubicBezTo>
                <a:cubicBezTo>
                  <a:pt x="187984" y="2294039"/>
                  <a:pt x="178077" y="2257459"/>
                  <a:pt x="190652" y="2220312"/>
                </a:cubicBezTo>
                <a:cubicBezTo>
                  <a:pt x="205892" y="2175163"/>
                  <a:pt x="222275" y="2130393"/>
                  <a:pt x="236753" y="2085054"/>
                </a:cubicBezTo>
                <a:cubicBezTo>
                  <a:pt x="242280" y="2067525"/>
                  <a:pt x="244566" y="2048668"/>
                  <a:pt x="247042" y="2030378"/>
                </a:cubicBezTo>
                <a:cubicBezTo>
                  <a:pt x="249138" y="2013043"/>
                  <a:pt x="243804" y="1992279"/>
                  <a:pt x="251804" y="1978940"/>
                </a:cubicBezTo>
                <a:cubicBezTo>
                  <a:pt x="272379" y="1944649"/>
                  <a:pt x="282475" y="1909408"/>
                  <a:pt x="282475" y="1869780"/>
                </a:cubicBezTo>
                <a:cubicBezTo>
                  <a:pt x="282475" y="1854920"/>
                  <a:pt x="291049" y="1840441"/>
                  <a:pt x="292573" y="1825393"/>
                </a:cubicBezTo>
                <a:cubicBezTo>
                  <a:pt x="294477" y="1804816"/>
                  <a:pt x="299622" y="1781194"/>
                  <a:pt x="292381" y="1763287"/>
                </a:cubicBezTo>
                <a:cubicBezTo>
                  <a:pt x="275237" y="1721185"/>
                  <a:pt x="289525" y="1687086"/>
                  <a:pt x="306480" y="1650317"/>
                </a:cubicBezTo>
                <a:cubicBezTo>
                  <a:pt x="323244" y="1614120"/>
                  <a:pt x="336579" y="1576019"/>
                  <a:pt x="347629" y="1537537"/>
                </a:cubicBezTo>
                <a:cubicBezTo>
                  <a:pt x="351629" y="1523059"/>
                  <a:pt x="344961" y="1505724"/>
                  <a:pt x="343629" y="1489720"/>
                </a:cubicBezTo>
                <a:cubicBezTo>
                  <a:pt x="343247" y="1484004"/>
                  <a:pt x="342675" y="1477717"/>
                  <a:pt x="344581" y="1472575"/>
                </a:cubicBezTo>
                <a:cubicBezTo>
                  <a:pt x="362870" y="1422854"/>
                  <a:pt x="376776" y="1372368"/>
                  <a:pt x="367252" y="1318456"/>
                </a:cubicBezTo>
                <a:cubicBezTo>
                  <a:pt x="366298" y="1313504"/>
                  <a:pt x="368394" y="1307978"/>
                  <a:pt x="369728" y="1303024"/>
                </a:cubicBezTo>
                <a:cubicBezTo>
                  <a:pt x="376586" y="1278829"/>
                  <a:pt x="387444" y="1255206"/>
                  <a:pt x="389921" y="1230633"/>
                </a:cubicBezTo>
                <a:cubicBezTo>
                  <a:pt x="396017" y="1170051"/>
                  <a:pt x="398495" y="1109091"/>
                  <a:pt x="402495" y="1048125"/>
                </a:cubicBezTo>
                <a:cubicBezTo>
                  <a:pt x="402685" y="1044315"/>
                  <a:pt x="402685" y="1040315"/>
                  <a:pt x="404019" y="1036887"/>
                </a:cubicBezTo>
                <a:cubicBezTo>
                  <a:pt x="412211" y="1014406"/>
                  <a:pt x="409543" y="994785"/>
                  <a:pt x="393923" y="975733"/>
                </a:cubicBezTo>
                <a:cubicBezTo>
                  <a:pt x="387064" y="967350"/>
                  <a:pt x="383444" y="955920"/>
                  <a:pt x="379634" y="945444"/>
                </a:cubicBezTo>
                <a:cubicBezTo>
                  <a:pt x="373918" y="930011"/>
                  <a:pt x="368394" y="914200"/>
                  <a:pt x="364774" y="898198"/>
                </a:cubicBezTo>
                <a:cubicBezTo>
                  <a:pt x="361346" y="882384"/>
                  <a:pt x="356583" y="865430"/>
                  <a:pt x="359250" y="850189"/>
                </a:cubicBezTo>
                <a:cubicBezTo>
                  <a:pt x="364012" y="822756"/>
                  <a:pt x="374680" y="796655"/>
                  <a:pt x="381730" y="769605"/>
                </a:cubicBezTo>
                <a:cubicBezTo>
                  <a:pt x="384206" y="760270"/>
                  <a:pt x="383824" y="749982"/>
                  <a:pt x="384016" y="740268"/>
                </a:cubicBezTo>
                <a:cubicBezTo>
                  <a:pt x="384586" y="717977"/>
                  <a:pt x="379062" y="695116"/>
                  <a:pt x="394875" y="674923"/>
                </a:cubicBezTo>
                <a:cubicBezTo>
                  <a:pt x="409733" y="656255"/>
                  <a:pt x="405353" y="637392"/>
                  <a:pt x="394113" y="617772"/>
                </a:cubicBezTo>
                <a:cubicBezTo>
                  <a:pt x="386110" y="603673"/>
                  <a:pt x="379824" y="587672"/>
                  <a:pt x="376776" y="571860"/>
                </a:cubicBezTo>
                <a:cubicBezTo>
                  <a:pt x="372586" y="550141"/>
                  <a:pt x="370870" y="528615"/>
                  <a:pt x="373348" y="505182"/>
                </a:cubicBezTo>
                <a:cubicBezTo>
                  <a:pt x="375062" y="488607"/>
                  <a:pt x="375824" y="475081"/>
                  <a:pt x="385920" y="462126"/>
                </a:cubicBezTo>
                <a:cubicBezTo>
                  <a:pt x="387444" y="460032"/>
                  <a:pt x="387826" y="456222"/>
                  <a:pt x="387634" y="453364"/>
                </a:cubicBezTo>
                <a:cubicBezTo>
                  <a:pt x="384396" y="415835"/>
                  <a:pt x="386110" y="378686"/>
                  <a:pt x="388399" y="340774"/>
                </a:cubicBezTo>
                <a:cubicBezTo>
                  <a:pt x="391445" y="292579"/>
                  <a:pt x="382492" y="241901"/>
                  <a:pt x="350487" y="200182"/>
                </a:cubicBezTo>
                <a:cubicBezTo>
                  <a:pt x="345723" y="194085"/>
                  <a:pt x="343629" y="184941"/>
                  <a:pt x="342485" y="176939"/>
                </a:cubicBezTo>
                <a:cubicBezTo>
                  <a:pt x="337533" y="139219"/>
                  <a:pt x="334103" y="101308"/>
                  <a:pt x="328579" y="63587"/>
                </a:cubicBezTo>
                <a:cubicBezTo>
                  <a:pt x="325530" y="43012"/>
                  <a:pt x="322862" y="21486"/>
                  <a:pt x="314480" y="2817"/>
                </a:cubicBezTo>
                <a:close/>
              </a:path>
            </a:pathLst>
          </a:custGeom>
          <a:effectLst>
            <a:outerShdw blurRad="381000" dist="152400" dir="10800000" algn="r" rotWithShape="0">
              <a:prstClr val="black">
                <a:alpha val="10000"/>
              </a:prstClr>
            </a:outerShdw>
          </a:effectLst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8B60959F-9B69-4520-A16E-EA6BECC74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20000" y="-1"/>
            <a:ext cx="874716" cy="6858001"/>
            <a:chOff x="7620000" y="-1"/>
            <a:chExt cx="874716" cy="6858001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8D5A6E8-CD1B-4796-ABD1-A6F27F6C0E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7E12F56-F4EE-4535-8677-C11996E24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4628357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89858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396781C-32A1-4FDA-A83B-A7FF8C1B1E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84CA4-A80F-D582-69A5-9DE3A1A96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400" y="1641752"/>
            <a:ext cx="6140449" cy="132343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Modules</a:t>
            </a:r>
            <a:endParaRPr lang="en-PK" sz="4000">
              <a:solidFill>
                <a:schemeClr val="bg1"/>
              </a:solidFill>
            </a:endParaRPr>
          </a:p>
        </p:txBody>
      </p:sp>
      <p:pic>
        <p:nvPicPr>
          <p:cNvPr id="5" name="Picture 4" descr="Abstract technological connection">
            <a:extLst>
              <a:ext uri="{FF2B5EF4-FFF2-40B4-BE49-F238E27FC236}">
                <a16:creationId xmlns:a16="http://schemas.microsoft.com/office/drawing/2014/main" id="{C921489B-006C-A094-6E29-12A610CD6D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846" r="23862"/>
          <a:stretch>
            <a:fillRect/>
          </a:stretch>
        </p:blipFill>
        <p:spPr>
          <a:xfrm>
            <a:off x="20" y="10"/>
            <a:ext cx="4546582" cy="6857990"/>
          </a:xfrm>
          <a:custGeom>
            <a:avLst/>
            <a:gdLst/>
            <a:ahLst/>
            <a:cxnLst/>
            <a:rect l="l" t="t" r="r" b="b"/>
            <a:pathLst>
              <a:path w="4546602" h="6858000">
                <a:moveTo>
                  <a:pt x="4221600" y="6662544"/>
                </a:moveTo>
                <a:lnTo>
                  <a:pt x="4210150" y="6683027"/>
                </a:lnTo>
                <a:lnTo>
                  <a:pt x="4207002" y="6702976"/>
                </a:lnTo>
                <a:lnTo>
                  <a:pt x="4207002" y="6702977"/>
                </a:lnTo>
                <a:cubicBezTo>
                  <a:pt x="4207407" y="6716169"/>
                  <a:pt x="4212552" y="6729219"/>
                  <a:pt x="4220838" y="6742553"/>
                </a:cubicBezTo>
                <a:lnTo>
                  <a:pt x="4220839" y="6742555"/>
                </a:lnTo>
                <a:lnTo>
                  <a:pt x="4240316" y="6812062"/>
                </a:lnTo>
                <a:lnTo>
                  <a:pt x="4235543" y="6776800"/>
                </a:lnTo>
                <a:lnTo>
                  <a:pt x="4220839" y="6742555"/>
                </a:lnTo>
                <a:lnTo>
                  <a:pt x="4220838" y="6742552"/>
                </a:lnTo>
                <a:lnTo>
                  <a:pt x="4207002" y="6702976"/>
                </a:lnTo>
                <a:close/>
                <a:moveTo>
                  <a:pt x="4189594" y="6564620"/>
                </a:moveTo>
                <a:lnTo>
                  <a:pt x="4189594" y="6564621"/>
                </a:lnTo>
                <a:cubicBezTo>
                  <a:pt x="4199883" y="6575479"/>
                  <a:pt x="4205977" y="6582147"/>
                  <a:pt x="4212073" y="6588626"/>
                </a:cubicBezTo>
                <a:lnTo>
                  <a:pt x="4228695" y="6625225"/>
                </a:lnTo>
                <a:lnTo>
                  <a:pt x="4221601" y="6662541"/>
                </a:lnTo>
                <a:lnTo>
                  <a:pt x="4221600" y="6662541"/>
                </a:lnTo>
                <a:lnTo>
                  <a:pt x="4221600" y="6662542"/>
                </a:lnTo>
                <a:lnTo>
                  <a:pt x="4221601" y="6662541"/>
                </a:lnTo>
                <a:lnTo>
                  <a:pt x="4228684" y="6645552"/>
                </a:lnTo>
                <a:lnTo>
                  <a:pt x="4228695" y="6625225"/>
                </a:lnTo>
                <a:lnTo>
                  <a:pt x="4228695" y="6625224"/>
                </a:lnTo>
                <a:cubicBezTo>
                  <a:pt x="4226599" y="6611342"/>
                  <a:pt x="4220551" y="6597578"/>
                  <a:pt x="4212073" y="6588625"/>
                </a:cubicBezTo>
                <a:close/>
                <a:moveTo>
                  <a:pt x="4269915" y="6438981"/>
                </a:moveTo>
                <a:lnTo>
                  <a:pt x="4249984" y="6463840"/>
                </a:lnTo>
                <a:lnTo>
                  <a:pt x="4249982" y="6463849"/>
                </a:lnTo>
                <a:lnTo>
                  <a:pt x="4236188" y="6513012"/>
                </a:lnTo>
                <a:lnTo>
                  <a:pt x="4217381" y="6546194"/>
                </a:lnTo>
                <a:lnTo>
                  <a:pt x="4217381" y="6546195"/>
                </a:lnTo>
                <a:lnTo>
                  <a:pt x="4233719" y="6521804"/>
                </a:lnTo>
                <a:lnTo>
                  <a:pt x="4236188" y="6513012"/>
                </a:lnTo>
                <a:lnTo>
                  <a:pt x="4238998" y="6508052"/>
                </a:lnTo>
                <a:lnTo>
                  <a:pt x="4249982" y="6463849"/>
                </a:lnTo>
                <a:lnTo>
                  <a:pt x="4249984" y="6463841"/>
                </a:lnTo>
                <a:cubicBezTo>
                  <a:pt x="4252937" y="6451650"/>
                  <a:pt x="4260413" y="6444077"/>
                  <a:pt x="4269915" y="6438981"/>
                </a:cubicBezTo>
                <a:close/>
                <a:moveTo>
                  <a:pt x="4355914" y="6364769"/>
                </a:moveTo>
                <a:lnTo>
                  <a:pt x="4354607" y="6387910"/>
                </a:lnTo>
                <a:lnTo>
                  <a:pt x="4351952" y="6393385"/>
                </a:lnTo>
                <a:lnTo>
                  <a:pt x="4345189" y="6407332"/>
                </a:lnTo>
                <a:lnTo>
                  <a:pt x="4345189" y="6407333"/>
                </a:lnTo>
                <a:lnTo>
                  <a:pt x="4351952" y="6393385"/>
                </a:lnTo>
                <a:lnTo>
                  <a:pt x="4354608" y="6387910"/>
                </a:lnTo>
                <a:close/>
                <a:moveTo>
                  <a:pt x="4116820" y="4221391"/>
                </a:moveTo>
                <a:lnTo>
                  <a:pt x="4116820" y="4221392"/>
                </a:lnTo>
                <a:cubicBezTo>
                  <a:pt x="4117582" y="4232061"/>
                  <a:pt x="4117772" y="4243873"/>
                  <a:pt x="4122536" y="4253015"/>
                </a:cubicBezTo>
                <a:cubicBezTo>
                  <a:pt x="4134729" y="4277402"/>
                  <a:pt x="4150349" y="4300071"/>
                  <a:pt x="4162352" y="4324646"/>
                </a:cubicBezTo>
                <a:lnTo>
                  <a:pt x="4171306" y="4363891"/>
                </a:lnTo>
                <a:lnTo>
                  <a:pt x="4170544" y="4482004"/>
                </a:lnTo>
                <a:cubicBezTo>
                  <a:pt x="4167876" y="4546776"/>
                  <a:pt x="4167304" y="4612500"/>
                  <a:pt x="4110534" y="4659174"/>
                </a:cubicBezTo>
                <a:cubicBezTo>
                  <a:pt x="4105962" y="4662986"/>
                  <a:pt x="4103294" y="4671176"/>
                  <a:pt x="4102532" y="4677655"/>
                </a:cubicBezTo>
                <a:cubicBezTo>
                  <a:pt x="4098913" y="4707564"/>
                  <a:pt x="4098531" y="4738235"/>
                  <a:pt x="4092625" y="4767764"/>
                </a:cubicBezTo>
                <a:cubicBezTo>
                  <a:pt x="4090244" y="4779575"/>
                  <a:pt x="4089435" y="4790386"/>
                  <a:pt x="4091316" y="4800483"/>
                </a:cubicBezTo>
                <a:lnTo>
                  <a:pt x="4091316" y="4800484"/>
                </a:lnTo>
                <a:cubicBezTo>
                  <a:pt x="4093197" y="4810581"/>
                  <a:pt x="4097770" y="4819964"/>
                  <a:pt x="4106152" y="4828917"/>
                </a:cubicBezTo>
                <a:lnTo>
                  <a:pt x="4128333" y="4863343"/>
                </a:lnTo>
                <a:lnTo>
                  <a:pt x="4135862" y="4889275"/>
                </a:lnTo>
                <a:lnTo>
                  <a:pt x="4134157" y="4912168"/>
                </a:lnTo>
                <a:cubicBezTo>
                  <a:pt x="4132442" y="4919978"/>
                  <a:pt x="4132085" y="4927122"/>
                  <a:pt x="4132755" y="4933805"/>
                </a:cubicBezTo>
                <a:lnTo>
                  <a:pt x="4132755" y="4933806"/>
                </a:lnTo>
                <a:lnTo>
                  <a:pt x="4132757" y="4933810"/>
                </a:lnTo>
                <a:lnTo>
                  <a:pt x="4137514" y="4952673"/>
                </a:lnTo>
                <a:lnTo>
                  <a:pt x="4140307" y="4957453"/>
                </a:lnTo>
                <a:lnTo>
                  <a:pt x="4141585" y="4961456"/>
                </a:lnTo>
                <a:cubicBezTo>
                  <a:pt x="4146096" y="4970097"/>
                  <a:pt x="4151802" y="4978393"/>
                  <a:pt x="4157589" y="4987038"/>
                </a:cubicBezTo>
                <a:cubicBezTo>
                  <a:pt x="4168828" y="5003802"/>
                  <a:pt x="4182926" y="5022853"/>
                  <a:pt x="4184068" y="5041522"/>
                </a:cubicBezTo>
                <a:cubicBezTo>
                  <a:pt x="4184687" y="5052096"/>
                  <a:pt x="4187605" y="5062300"/>
                  <a:pt x="4191284" y="5072376"/>
                </a:cubicBezTo>
                <a:lnTo>
                  <a:pt x="4197188" y="5087444"/>
                </a:lnTo>
                <a:lnTo>
                  <a:pt x="4210215" y="5133220"/>
                </a:lnTo>
                <a:lnTo>
                  <a:pt x="4210217" y="5133225"/>
                </a:lnTo>
                <a:lnTo>
                  <a:pt x="4203501" y="5166113"/>
                </a:lnTo>
                <a:lnTo>
                  <a:pt x="4203501" y="5166114"/>
                </a:lnTo>
                <a:cubicBezTo>
                  <a:pt x="4202739" y="5167638"/>
                  <a:pt x="4203311" y="5169781"/>
                  <a:pt x="4204192" y="5172091"/>
                </a:cubicBezTo>
                <a:lnTo>
                  <a:pt x="4206739" y="5179068"/>
                </a:lnTo>
                <a:lnTo>
                  <a:pt x="4206573" y="5229433"/>
                </a:lnTo>
                <a:lnTo>
                  <a:pt x="4196024" y="5248936"/>
                </a:lnTo>
                <a:lnTo>
                  <a:pt x="4183116" y="5272796"/>
                </a:lnTo>
                <a:cubicBezTo>
                  <a:pt x="4171471" y="5285441"/>
                  <a:pt x="4163765" y="5298595"/>
                  <a:pt x="4159213" y="5312288"/>
                </a:cubicBezTo>
                <a:lnTo>
                  <a:pt x="4158157" y="5321350"/>
                </a:lnTo>
                <a:lnTo>
                  <a:pt x="4155683" y="5326163"/>
                </a:lnTo>
                <a:lnTo>
                  <a:pt x="4154237" y="5355014"/>
                </a:lnTo>
                <a:lnTo>
                  <a:pt x="4154237" y="5355015"/>
                </a:lnTo>
                <a:cubicBezTo>
                  <a:pt x="4154886" y="5364883"/>
                  <a:pt x="4156589" y="5375003"/>
                  <a:pt x="4159113" y="5385385"/>
                </a:cubicBezTo>
                <a:cubicBezTo>
                  <a:pt x="4162352" y="5398722"/>
                  <a:pt x="4164638" y="5412058"/>
                  <a:pt x="4167304" y="5425583"/>
                </a:cubicBezTo>
                <a:cubicBezTo>
                  <a:pt x="4171114" y="5443871"/>
                  <a:pt x="4175116" y="5462352"/>
                  <a:pt x="4178926" y="5480638"/>
                </a:cubicBezTo>
                <a:lnTo>
                  <a:pt x="4183450" y="5507668"/>
                </a:lnTo>
                <a:lnTo>
                  <a:pt x="4172831" y="5531692"/>
                </a:lnTo>
                <a:lnTo>
                  <a:pt x="4172830" y="5531693"/>
                </a:lnTo>
                <a:cubicBezTo>
                  <a:pt x="4165781" y="5537600"/>
                  <a:pt x="4162589" y="5542649"/>
                  <a:pt x="4162685" y="5547578"/>
                </a:cubicBezTo>
                <a:lnTo>
                  <a:pt x="4162685" y="5547579"/>
                </a:lnTo>
                <a:cubicBezTo>
                  <a:pt x="4162780" y="5552508"/>
                  <a:pt x="4166162" y="5557318"/>
                  <a:pt x="4172258" y="5562747"/>
                </a:cubicBezTo>
                <a:cubicBezTo>
                  <a:pt x="4214932" y="5600468"/>
                  <a:pt x="4241603" y="5646190"/>
                  <a:pt x="4243506" y="5704484"/>
                </a:cubicBezTo>
                <a:cubicBezTo>
                  <a:pt x="4243888" y="5716486"/>
                  <a:pt x="4246554" y="5728679"/>
                  <a:pt x="4249412" y="5740489"/>
                </a:cubicBezTo>
                <a:cubicBezTo>
                  <a:pt x="4251127" y="5747729"/>
                  <a:pt x="4253033" y="5756494"/>
                  <a:pt x="4258177" y="5760874"/>
                </a:cubicBezTo>
                <a:cubicBezTo>
                  <a:pt x="4297420" y="5794975"/>
                  <a:pt x="4324663" y="5837458"/>
                  <a:pt x="4346573" y="5883752"/>
                </a:cubicBezTo>
                <a:lnTo>
                  <a:pt x="4346575" y="5883756"/>
                </a:lnTo>
                <a:lnTo>
                  <a:pt x="4364477" y="5935946"/>
                </a:lnTo>
                <a:lnTo>
                  <a:pt x="4364478" y="5935950"/>
                </a:lnTo>
                <a:lnTo>
                  <a:pt x="4360859" y="5993290"/>
                </a:lnTo>
                <a:lnTo>
                  <a:pt x="4360858" y="5993291"/>
                </a:lnTo>
                <a:cubicBezTo>
                  <a:pt x="4359717" y="6004531"/>
                  <a:pt x="4359906" y="6017485"/>
                  <a:pt x="4354382" y="6026440"/>
                </a:cubicBezTo>
                <a:cubicBezTo>
                  <a:pt x="4337045" y="6054825"/>
                  <a:pt x="4318377" y="6082258"/>
                  <a:pt x="4298182" y="6108738"/>
                </a:cubicBezTo>
                <a:cubicBezTo>
                  <a:pt x="4289514" y="6120074"/>
                  <a:pt x="4284561" y="6126884"/>
                  <a:pt x="4284490" y="6133314"/>
                </a:cubicBezTo>
                <a:lnTo>
                  <a:pt x="4284490" y="6133315"/>
                </a:lnTo>
                <a:lnTo>
                  <a:pt x="4288190" y="6143190"/>
                </a:lnTo>
                <a:lnTo>
                  <a:pt x="4300086" y="6155600"/>
                </a:lnTo>
                <a:lnTo>
                  <a:pt x="4300088" y="6155603"/>
                </a:lnTo>
                <a:cubicBezTo>
                  <a:pt x="4322377" y="6175798"/>
                  <a:pt x="4333998" y="6200945"/>
                  <a:pt x="4338759" y="6228757"/>
                </a:cubicBezTo>
                <a:lnTo>
                  <a:pt x="4356096" y="6361540"/>
                </a:lnTo>
                <a:lnTo>
                  <a:pt x="4356096" y="6361539"/>
                </a:lnTo>
                <a:cubicBezTo>
                  <a:pt x="4352476" y="6317151"/>
                  <a:pt x="4346190" y="6272764"/>
                  <a:pt x="4338759" y="6228756"/>
                </a:cubicBezTo>
                <a:cubicBezTo>
                  <a:pt x="4333998" y="6200944"/>
                  <a:pt x="4322377" y="6175797"/>
                  <a:pt x="4300088" y="6155602"/>
                </a:cubicBezTo>
                <a:lnTo>
                  <a:pt x="4300086" y="6155600"/>
                </a:lnTo>
                <a:lnTo>
                  <a:pt x="4284490" y="6133315"/>
                </a:lnTo>
                <a:lnTo>
                  <a:pt x="4298182" y="6108739"/>
                </a:lnTo>
                <a:cubicBezTo>
                  <a:pt x="4318377" y="6082259"/>
                  <a:pt x="4337045" y="6054826"/>
                  <a:pt x="4354382" y="6026441"/>
                </a:cubicBezTo>
                <a:cubicBezTo>
                  <a:pt x="4359906" y="6017486"/>
                  <a:pt x="4359717" y="6004532"/>
                  <a:pt x="4360858" y="5993292"/>
                </a:cubicBezTo>
                <a:lnTo>
                  <a:pt x="4360859" y="5993290"/>
                </a:lnTo>
                <a:lnTo>
                  <a:pt x="4364311" y="5964477"/>
                </a:lnTo>
                <a:lnTo>
                  <a:pt x="4364478" y="5935950"/>
                </a:lnTo>
                <a:lnTo>
                  <a:pt x="4364478" y="5935949"/>
                </a:lnTo>
                <a:lnTo>
                  <a:pt x="4364477" y="5935946"/>
                </a:lnTo>
                <a:lnTo>
                  <a:pt x="4357598" y="5909351"/>
                </a:lnTo>
                <a:lnTo>
                  <a:pt x="4346575" y="5883756"/>
                </a:lnTo>
                <a:lnTo>
                  <a:pt x="4346573" y="5883751"/>
                </a:lnTo>
                <a:cubicBezTo>
                  <a:pt x="4324663" y="5837457"/>
                  <a:pt x="4297420" y="5794974"/>
                  <a:pt x="4258177" y="5760873"/>
                </a:cubicBezTo>
                <a:cubicBezTo>
                  <a:pt x="4253033" y="5756493"/>
                  <a:pt x="4251127" y="5747728"/>
                  <a:pt x="4249412" y="5740488"/>
                </a:cubicBezTo>
                <a:cubicBezTo>
                  <a:pt x="4246554" y="5728678"/>
                  <a:pt x="4243888" y="5716485"/>
                  <a:pt x="4243506" y="5704483"/>
                </a:cubicBezTo>
                <a:cubicBezTo>
                  <a:pt x="4241603" y="5646189"/>
                  <a:pt x="4214932" y="5600467"/>
                  <a:pt x="4172258" y="5562746"/>
                </a:cubicBezTo>
                <a:lnTo>
                  <a:pt x="4162685" y="5547578"/>
                </a:lnTo>
                <a:lnTo>
                  <a:pt x="4172830" y="5531694"/>
                </a:lnTo>
                <a:lnTo>
                  <a:pt x="4172831" y="5531692"/>
                </a:lnTo>
                <a:lnTo>
                  <a:pt x="4181230" y="5520422"/>
                </a:lnTo>
                <a:lnTo>
                  <a:pt x="4183450" y="5507668"/>
                </a:lnTo>
                <a:lnTo>
                  <a:pt x="4183450" y="5507667"/>
                </a:lnTo>
                <a:cubicBezTo>
                  <a:pt x="4183403" y="5498832"/>
                  <a:pt x="4180831" y="5489497"/>
                  <a:pt x="4178926" y="5480637"/>
                </a:cubicBezTo>
                <a:cubicBezTo>
                  <a:pt x="4175116" y="5462351"/>
                  <a:pt x="4171114" y="5443870"/>
                  <a:pt x="4167304" y="5425582"/>
                </a:cubicBezTo>
                <a:cubicBezTo>
                  <a:pt x="4164638" y="5412057"/>
                  <a:pt x="4162352" y="5398721"/>
                  <a:pt x="4159113" y="5385384"/>
                </a:cubicBezTo>
                <a:lnTo>
                  <a:pt x="4154237" y="5355014"/>
                </a:lnTo>
                <a:lnTo>
                  <a:pt x="4158157" y="5321350"/>
                </a:lnTo>
                <a:lnTo>
                  <a:pt x="4183116" y="5272797"/>
                </a:lnTo>
                <a:lnTo>
                  <a:pt x="4196024" y="5248936"/>
                </a:lnTo>
                <a:lnTo>
                  <a:pt x="4206573" y="5229434"/>
                </a:lnTo>
                <a:cubicBezTo>
                  <a:pt x="4210407" y="5213598"/>
                  <a:pt x="4210359" y="5196595"/>
                  <a:pt x="4206739" y="5179068"/>
                </a:cubicBezTo>
                <a:lnTo>
                  <a:pt x="4206739" y="5179067"/>
                </a:lnTo>
                <a:cubicBezTo>
                  <a:pt x="4206263" y="5176876"/>
                  <a:pt x="4205074" y="5174400"/>
                  <a:pt x="4204192" y="5172090"/>
                </a:cubicBezTo>
                <a:lnTo>
                  <a:pt x="4203501" y="5166114"/>
                </a:lnTo>
                <a:lnTo>
                  <a:pt x="4210217" y="5133225"/>
                </a:lnTo>
                <a:lnTo>
                  <a:pt x="4210217" y="5133224"/>
                </a:lnTo>
                <a:lnTo>
                  <a:pt x="4210215" y="5133220"/>
                </a:lnTo>
                <a:lnTo>
                  <a:pt x="4203072" y="5102461"/>
                </a:lnTo>
                <a:lnTo>
                  <a:pt x="4197188" y="5087444"/>
                </a:lnTo>
                <a:lnTo>
                  <a:pt x="4197182" y="5087423"/>
                </a:lnTo>
                <a:cubicBezTo>
                  <a:pt x="4191096" y="5072411"/>
                  <a:pt x="4184997" y="5057381"/>
                  <a:pt x="4184068" y="5041521"/>
                </a:cubicBezTo>
                <a:cubicBezTo>
                  <a:pt x="4182926" y="5022852"/>
                  <a:pt x="4168828" y="5003801"/>
                  <a:pt x="4157589" y="4987037"/>
                </a:cubicBezTo>
                <a:lnTo>
                  <a:pt x="4140307" y="4957453"/>
                </a:lnTo>
                <a:lnTo>
                  <a:pt x="4132757" y="4933810"/>
                </a:lnTo>
                <a:lnTo>
                  <a:pt x="4132755" y="4933805"/>
                </a:lnTo>
                <a:lnTo>
                  <a:pt x="4134157" y="4912169"/>
                </a:lnTo>
                <a:cubicBezTo>
                  <a:pt x="4135919" y="4904359"/>
                  <a:pt x="4136431" y="4896714"/>
                  <a:pt x="4135862" y="4889276"/>
                </a:cubicBezTo>
                <a:lnTo>
                  <a:pt x="4135862" y="4889275"/>
                </a:lnTo>
                <a:lnTo>
                  <a:pt x="4131084" y="4867614"/>
                </a:lnTo>
                <a:lnTo>
                  <a:pt x="4128333" y="4863343"/>
                </a:lnTo>
                <a:lnTo>
                  <a:pt x="4126583" y="4857317"/>
                </a:lnTo>
                <a:cubicBezTo>
                  <a:pt x="4121440" y="4847214"/>
                  <a:pt x="4114439" y="4837703"/>
                  <a:pt x="4106152" y="4828916"/>
                </a:cubicBezTo>
                <a:lnTo>
                  <a:pt x="4091316" y="4800483"/>
                </a:lnTo>
                <a:lnTo>
                  <a:pt x="4092625" y="4767765"/>
                </a:lnTo>
                <a:cubicBezTo>
                  <a:pt x="4098531" y="4738236"/>
                  <a:pt x="4098913" y="4707565"/>
                  <a:pt x="4102532" y="4677656"/>
                </a:cubicBezTo>
                <a:cubicBezTo>
                  <a:pt x="4103294" y="4671177"/>
                  <a:pt x="4105962" y="4662987"/>
                  <a:pt x="4110534" y="4659175"/>
                </a:cubicBezTo>
                <a:cubicBezTo>
                  <a:pt x="4167304" y="4612501"/>
                  <a:pt x="4167876" y="4546777"/>
                  <a:pt x="4170544" y="4482005"/>
                </a:cubicBezTo>
                <a:cubicBezTo>
                  <a:pt x="4172258" y="4442762"/>
                  <a:pt x="4172258" y="4403326"/>
                  <a:pt x="4171306" y="4363891"/>
                </a:cubicBezTo>
                <a:lnTo>
                  <a:pt x="4171306" y="4363890"/>
                </a:lnTo>
                <a:cubicBezTo>
                  <a:pt x="4171114" y="4350554"/>
                  <a:pt x="4168066" y="4336457"/>
                  <a:pt x="4162352" y="4324645"/>
                </a:cubicBezTo>
                <a:cubicBezTo>
                  <a:pt x="4150349" y="4300070"/>
                  <a:pt x="4134729" y="4277401"/>
                  <a:pt x="4122536" y="4253014"/>
                </a:cubicBezTo>
                <a:close/>
                <a:moveTo>
                  <a:pt x="4113010" y="4165383"/>
                </a:moveTo>
                <a:lnTo>
                  <a:pt x="4113010" y="4165384"/>
                </a:lnTo>
                <a:lnTo>
                  <a:pt x="4116915" y="4192388"/>
                </a:lnTo>
                <a:lnTo>
                  <a:pt x="4116915" y="4192387"/>
                </a:lnTo>
                <a:cubicBezTo>
                  <a:pt x="4117011" y="4182767"/>
                  <a:pt x="4116439" y="4173480"/>
                  <a:pt x="4113010" y="4165383"/>
                </a:cubicBezTo>
                <a:close/>
                <a:moveTo>
                  <a:pt x="4100628" y="3885338"/>
                </a:moveTo>
                <a:lnTo>
                  <a:pt x="4100628" y="3885339"/>
                </a:lnTo>
                <a:cubicBezTo>
                  <a:pt x="4110344" y="3897722"/>
                  <a:pt x="4117750" y="3910319"/>
                  <a:pt x="4123009" y="3923125"/>
                </a:cubicBezTo>
                <a:lnTo>
                  <a:pt x="4132513" y="3962160"/>
                </a:lnTo>
                <a:lnTo>
                  <a:pt x="4116821" y="4043838"/>
                </a:lnTo>
                <a:lnTo>
                  <a:pt x="4116820" y="4043839"/>
                </a:lnTo>
                <a:cubicBezTo>
                  <a:pt x="4108057" y="4063842"/>
                  <a:pt x="4102675" y="4083702"/>
                  <a:pt x="4101699" y="4103825"/>
                </a:cubicBezTo>
                <a:lnTo>
                  <a:pt x="4101699" y="4103826"/>
                </a:lnTo>
                <a:lnTo>
                  <a:pt x="4103666" y="4134255"/>
                </a:lnTo>
                <a:lnTo>
                  <a:pt x="4113010" y="4165382"/>
                </a:lnTo>
                <a:lnTo>
                  <a:pt x="4101699" y="4103826"/>
                </a:lnTo>
                <a:lnTo>
                  <a:pt x="4116820" y="4043840"/>
                </a:lnTo>
                <a:lnTo>
                  <a:pt x="4116821" y="4043838"/>
                </a:lnTo>
                <a:lnTo>
                  <a:pt x="4130123" y="4002410"/>
                </a:lnTo>
                <a:lnTo>
                  <a:pt x="4132513" y="3962160"/>
                </a:lnTo>
                <a:lnTo>
                  <a:pt x="4132513" y="3962159"/>
                </a:lnTo>
                <a:cubicBezTo>
                  <a:pt x="4130251" y="3935727"/>
                  <a:pt x="4120060" y="3910104"/>
                  <a:pt x="4100628" y="3885338"/>
                </a:cubicBezTo>
                <a:close/>
                <a:moveTo>
                  <a:pt x="4115391" y="3670561"/>
                </a:moveTo>
                <a:lnTo>
                  <a:pt x="4117820" y="3680164"/>
                </a:lnTo>
                <a:lnTo>
                  <a:pt x="4113772" y="3734837"/>
                </a:lnTo>
                <a:lnTo>
                  <a:pt x="4113772" y="3734838"/>
                </a:lnTo>
                <a:cubicBezTo>
                  <a:pt x="4112820" y="3741316"/>
                  <a:pt x="4111486" y="3749126"/>
                  <a:pt x="4114154" y="3754653"/>
                </a:cubicBezTo>
                <a:lnTo>
                  <a:pt x="4120511" y="3789776"/>
                </a:lnTo>
                <a:lnTo>
                  <a:pt x="4105580" y="3822472"/>
                </a:lnTo>
                <a:cubicBezTo>
                  <a:pt x="4098532" y="3831902"/>
                  <a:pt x="4092912" y="3842046"/>
                  <a:pt x="4091245" y="3852619"/>
                </a:cubicBezTo>
                <a:lnTo>
                  <a:pt x="4091245" y="3852620"/>
                </a:lnTo>
                <a:lnTo>
                  <a:pt x="4092025" y="3868764"/>
                </a:lnTo>
                <a:lnTo>
                  <a:pt x="4100628" y="3885337"/>
                </a:lnTo>
                <a:lnTo>
                  <a:pt x="4091245" y="3852620"/>
                </a:lnTo>
                <a:lnTo>
                  <a:pt x="4105580" y="3822473"/>
                </a:lnTo>
                <a:cubicBezTo>
                  <a:pt x="4113772" y="3811614"/>
                  <a:pt x="4118916" y="3800897"/>
                  <a:pt x="4120511" y="3789777"/>
                </a:cubicBezTo>
                <a:lnTo>
                  <a:pt x="4120511" y="3789776"/>
                </a:lnTo>
                <a:cubicBezTo>
                  <a:pt x="4122107" y="3778655"/>
                  <a:pt x="4120154" y="3767130"/>
                  <a:pt x="4114154" y="3754652"/>
                </a:cubicBezTo>
                <a:lnTo>
                  <a:pt x="4113772" y="3734838"/>
                </a:lnTo>
                <a:lnTo>
                  <a:pt x="4117820" y="3680164"/>
                </a:lnTo>
                <a:lnTo>
                  <a:pt x="4117820" y="3680163"/>
                </a:lnTo>
                <a:close/>
                <a:moveTo>
                  <a:pt x="4185711" y="2836172"/>
                </a:moveTo>
                <a:lnTo>
                  <a:pt x="4177020" y="2848793"/>
                </a:lnTo>
                <a:cubicBezTo>
                  <a:pt x="4172020" y="2865010"/>
                  <a:pt x="4166162" y="2881307"/>
                  <a:pt x="4161416" y="2897785"/>
                </a:cubicBezTo>
                <a:lnTo>
                  <a:pt x="4160387" y="2903551"/>
                </a:lnTo>
                <a:lnTo>
                  <a:pt x="4157113" y="2914328"/>
                </a:lnTo>
                <a:lnTo>
                  <a:pt x="4152482" y="2947859"/>
                </a:lnTo>
                <a:lnTo>
                  <a:pt x="4152481" y="2947862"/>
                </a:lnTo>
                <a:lnTo>
                  <a:pt x="4152481" y="2947863"/>
                </a:lnTo>
                <a:cubicBezTo>
                  <a:pt x="4152112" y="2959157"/>
                  <a:pt x="4153112" y="2970576"/>
                  <a:pt x="4156065" y="2982149"/>
                </a:cubicBezTo>
                <a:lnTo>
                  <a:pt x="4167758" y="3077402"/>
                </a:lnTo>
                <a:lnTo>
                  <a:pt x="4155303" y="3172654"/>
                </a:lnTo>
                <a:cubicBezTo>
                  <a:pt x="4129394" y="3276480"/>
                  <a:pt x="4101962" y="3380305"/>
                  <a:pt x="4107676" y="3489467"/>
                </a:cubicBezTo>
                <a:cubicBezTo>
                  <a:pt x="4108628" y="3507563"/>
                  <a:pt x="4097007" y="3529090"/>
                  <a:pt x="4085577" y="3544713"/>
                </a:cubicBezTo>
                <a:cubicBezTo>
                  <a:pt x="4074719" y="3559668"/>
                  <a:pt x="4068860" y="3566811"/>
                  <a:pt x="4067955" y="3574408"/>
                </a:cubicBezTo>
                <a:lnTo>
                  <a:pt x="4067956" y="3574408"/>
                </a:lnTo>
                <a:lnTo>
                  <a:pt x="4067955" y="3574409"/>
                </a:lnTo>
                <a:cubicBezTo>
                  <a:pt x="4067050" y="3582005"/>
                  <a:pt x="4071099" y="3590054"/>
                  <a:pt x="4080053" y="3606818"/>
                </a:cubicBezTo>
                <a:cubicBezTo>
                  <a:pt x="4084435" y="3614820"/>
                  <a:pt x="4087101" y="3624726"/>
                  <a:pt x="4093579" y="3630633"/>
                </a:cubicBezTo>
                <a:lnTo>
                  <a:pt x="4109452" y="3651926"/>
                </a:lnTo>
                <a:lnTo>
                  <a:pt x="4093579" y="3630632"/>
                </a:lnTo>
                <a:cubicBezTo>
                  <a:pt x="4087101" y="3624725"/>
                  <a:pt x="4084435" y="3614819"/>
                  <a:pt x="4080053" y="3606817"/>
                </a:cubicBezTo>
                <a:cubicBezTo>
                  <a:pt x="4075576" y="3598435"/>
                  <a:pt x="4072325" y="3592232"/>
                  <a:pt x="4070307" y="3587174"/>
                </a:cubicBezTo>
                <a:lnTo>
                  <a:pt x="4067956" y="3574408"/>
                </a:lnTo>
                <a:lnTo>
                  <a:pt x="4073034" y="3562321"/>
                </a:lnTo>
                <a:cubicBezTo>
                  <a:pt x="4075969" y="3557716"/>
                  <a:pt x="4080148" y="3552191"/>
                  <a:pt x="4085577" y="3544714"/>
                </a:cubicBezTo>
                <a:cubicBezTo>
                  <a:pt x="4097007" y="3529091"/>
                  <a:pt x="4108628" y="3507564"/>
                  <a:pt x="4107676" y="3489468"/>
                </a:cubicBezTo>
                <a:cubicBezTo>
                  <a:pt x="4101962" y="3380306"/>
                  <a:pt x="4129394" y="3276481"/>
                  <a:pt x="4155303" y="3172655"/>
                </a:cubicBezTo>
                <a:cubicBezTo>
                  <a:pt x="4163305" y="3140650"/>
                  <a:pt x="4167543" y="3109026"/>
                  <a:pt x="4167758" y="3077402"/>
                </a:cubicBezTo>
                <a:lnTo>
                  <a:pt x="4167758" y="3077401"/>
                </a:lnTo>
                <a:cubicBezTo>
                  <a:pt x="4167972" y="3045777"/>
                  <a:pt x="4164162" y="3014153"/>
                  <a:pt x="4156065" y="2982148"/>
                </a:cubicBezTo>
                <a:lnTo>
                  <a:pt x="4152481" y="2947863"/>
                </a:lnTo>
                <a:lnTo>
                  <a:pt x="4152482" y="2947859"/>
                </a:lnTo>
                <a:lnTo>
                  <a:pt x="4160387" y="2903551"/>
                </a:lnTo>
                <a:lnTo>
                  <a:pt x="4177020" y="2848794"/>
                </a:lnTo>
                <a:cubicBezTo>
                  <a:pt x="4178353" y="2844317"/>
                  <a:pt x="4181639" y="2839983"/>
                  <a:pt x="4185711" y="2836173"/>
                </a:cubicBezTo>
                <a:close/>
                <a:moveTo>
                  <a:pt x="3701225" y="1508458"/>
                </a:moveTo>
                <a:lnTo>
                  <a:pt x="3673131" y="1596214"/>
                </a:lnTo>
                <a:cubicBezTo>
                  <a:pt x="3670654" y="1604979"/>
                  <a:pt x="3672179" y="1615837"/>
                  <a:pt x="3675036" y="1624981"/>
                </a:cubicBezTo>
                <a:cubicBezTo>
                  <a:pt x="3684752" y="1656224"/>
                  <a:pt x="3709137" y="1676037"/>
                  <a:pt x="3731617" y="1697754"/>
                </a:cubicBezTo>
                <a:cubicBezTo>
                  <a:pt x="3741524" y="1707280"/>
                  <a:pt x="3748572" y="1720424"/>
                  <a:pt x="3754286" y="1733189"/>
                </a:cubicBezTo>
                <a:cubicBezTo>
                  <a:pt x="3768957" y="1766336"/>
                  <a:pt x="3782101" y="1800247"/>
                  <a:pt x="3796007" y="1833776"/>
                </a:cubicBezTo>
                <a:cubicBezTo>
                  <a:pt x="3797341" y="1837014"/>
                  <a:pt x="3800770" y="1839680"/>
                  <a:pt x="3803628" y="1842159"/>
                </a:cubicBezTo>
                <a:cubicBezTo>
                  <a:pt x="3833729" y="1866923"/>
                  <a:pt x="3864018" y="1891498"/>
                  <a:pt x="3894119" y="1916455"/>
                </a:cubicBezTo>
                <a:cubicBezTo>
                  <a:pt x="3899833" y="1921217"/>
                  <a:pt x="3904025" y="1928077"/>
                  <a:pt x="3909549" y="1933220"/>
                </a:cubicBezTo>
                <a:cubicBezTo>
                  <a:pt x="3917169" y="1940460"/>
                  <a:pt x="3924410" y="1949604"/>
                  <a:pt x="3933554" y="1953414"/>
                </a:cubicBezTo>
                <a:cubicBezTo>
                  <a:pt x="3962319" y="1965225"/>
                  <a:pt x="3974703" y="1987895"/>
                  <a:pt x="3980037" y="2016470"/>
                </a:cubicBezTo>
                <a:cubicBezTo>
                  <a:pt x="3984990" y="2042571"/>
                  <a:pt x="3989182" y="2068670"/>
                  <a:pt x="3994896" y="2094579"/>
                </a:cubicBezTo>
                <a:cubicBezTo>
                  <a:pt x="4001754" y="2126202"/>
                  <a:pt x="4009184" y="2157637"/>
                  <a:pt x="4017567" y="2188880"/>
                </a:cubicBezTo>
                <a:cubicBezTo>
                  <a:pt x="4021187" y="2202405"/>
                  <a:pt x="4025377" y="2216693"/>
                  <a:pt x="4032807" y="2228315"/>
                </a:cubicBezTo>
                <a:cubicBezTo>
                  <a:pt x="4053382" y="2260891"/>
                  <a:pt x="4067288" y="2295754"/>
                  <a:pt x="4061764" y="2334045"/>
                </a:cubicBezTo>
                <a:cubicBezTo>
                  <a:pt x="4057382" y="2364716"/>
                  <a:pt x="4068622" y="2390435"/>
                  <a:pt x="4086149" y="2409486"/>
                </a:cubicBezTo>
                <a:cubicBezTo>
                  <a:pt x="4094103" y="2418155"/>
                  <a:pt x="4099616" y="2426977"/>
                  <a:pt x="4103250" y="2435913"/>
                </a:cubicBezTo>
                <a:lnTo>
                  <a:pt x="4109081" y="2463018"/>
                </a:lnTo>
                <a:lnTo>
                  <a:pt x="4109080" y="2463031"/>
                </a:lnTo>
                <a:lnTo>
                  <a:pt x="4100439" y="2518262"/>
                </a:lnTo>
                <a:lnTo>
                  <a:pt x="4100438" y="2518264"/>
                </a:lnTo>
                <a:cubicBezTo>
                  <a:pt x="4097771" y="2527790"/>
                  <a:pt x="4096627" y="2536458"/>
                  <a:pt x="4096794" y="2545006"/>
                </a:cubicBezTo>
                <a:lnTo>
                  <a:pt x="4096794" y="2545007"/>
                </a:lnTo>
                <a:cubicBezTo>
                  <a:pt x="4096960" y="2553556"/>
                  <a:pt x="4098437" y="2561986"/>
                  <a:pt x="4101008" y="2571035"/>
                </a:cubicBezTo>
                <a:cubicBezTo>
                  <a:pt x="4113010" y="2612946"/>
                  <a:pt x="4145587" y="2640951"/>
                  <a:pt x="4174162" y="2668002"/>
                </a:cubicBezTo>
                <a:cubicBezTo>
                  <a:pt x="4198547" y="2691055"/>
                  <a:pt x="4212264" y="2716964"/>
                  <a:pt x="4222552" y="2745349"/>
                </a:cubicBezTo>
                <a:lnTo>
                  <a:pt x="4222553" y="2745352"/>
                </a:lnTo>
                <a:lnTo>
                  <a:pt x="4228473" y="2778006"/>
                </a:lnTo>
                <a:lnTo>
                  <a:pt x="4228053" y="2785440"/>
                </a:lnTo>
                <a:lnTo>
                  <a:pt x="4217974" y="2811780"/>
                </a:lnTo>
                <a:lnTo>
                  <a:pt x="4217970" y="2811787"/>
                </a:lnTo>
                <a:lnTo>
                  <a:pt x="4217971" y="2811787"/>
                </a:lnTo>
                <a:lnTo>
                  <a:pt x="4217974" y="2811780"/>
                </a:lnTo>
                <a:lnTo>
                  <a:pt x="4227624" y="2793023"/>
                </a:lnTo>
                <a:lnTo>
                  <a:pt x="4228053" y="2785440"/>
                </a:lnTo>
                <a:lnTo>
                  <a:pt x="4229253" y="2782305"/>
                </a:lnTo>
                <a:lnTo>
                  <a:pt x="4228473" y="2778006"/>
                </a:lnTo>
                <a:lnTo>
                  <a:pt x="4228883" y="2770757"/>
                </a:lnTo>
                <a:lnTo>
                  <a:pt x="4222553" y="2745352"/>
                </a:lnTo>
                <a:lnTo>
                  <a:pt x="4222552" y="2745348"/>
                </a:lnTo>
                <a:cubicBezTo>
                  <a:pt x="4212264" y="2716963"/>
                  <a:pt x="4198547" y="2691054"/>
                  <a:pt x="4174162" y="2668001"/>
                </a:cubicBezTo>
                <a:cubicBezTo>
                  <a:pt x="4145587" y="2640950"/>
                  <a:pt x="4113010" y="2612945"/>
                  <a:pt x="4101008" y="2571034"/>
                </a:cubicBezTo>
                <a:lnTo>
                  <a:pt x="4096794" y="2545007"/>
                </a:lnTo>
                <a:lnTo>
                  <a:pt x="4100438" y="2518265"/>
                </a:lnTo>
                <a:lnTo>
                  <a:pt x="4100439" y="2518262"/>
                </a:lnTo>
                <a:lnTo>
                  <a:pt x="4107019" y="2490551"/>
                </a:lnTo>
                <a:lnTo>
                  <a:pt x="4109080" y="2463031"/>
                </a:lnTo>
                <a:lnTo>
                  <a:pt x="4109082" y="2463019"/>
                </a:lnTo>
                <a:lnTo>
                  <a:pt x="4109081" y="2463018"/>
                </a:lnTo>
                <a:lnTo>
                  <a:pt x="4109082" y="2463018"/>
                </a:lnTo>
                <a:cubicBezTo>
                  <a:pt x="4108200" y="2444777"/>
                  <a:pt x="4102057" y="2426822"/>
                  <a:pt x="4086149" y="2409485"/>
                </a:cubicBezTo>
                <a:cubicBezTo>
                  <a:pt x="4068622" y="2390434"/>
                  <a:pt x="4057382" y="2364715"/>
                  <a:pt x="4061764" y="2334044"/>
                </a:cubicBezTo>
                <a:cubicBezTo>
                  <a:pt x="4067288" y="2295753"/>
                  <a:pt x="4053382" y="2260890"/>
                  <a:pt x="4032807" y="2228314"/>
                </a:cubicBezTo>
                <a:cubicBezTo>
                  <a:pt x="4025377" y="2216692"/>
                  <a:pt x="4021187" y="2202404"/>
                  <a:pt x="4017567" y="2188879"/>
                </a:cubicBezTo>
                <a:cubicBezTo>
                  <a:pt x="4009184" y="2157636"/>
                  <a:pt x="4001754" y="2126201"/>
                  <a:pt x="3994896" y="2094578"/>
                </a:cubicBezTo>
                <a:cubicBezTo>
                  <a:pt x="3989182" y="2068669"/>
                  <a:pt x="3984990" y="2042570"/>
                  <a:pt x="3980037" y="2016469"/>
                </a:cubicBezTo>
                <a:cubicBezTo>
                  <a:pt x="3974703" y="1987894"/>
                  <a:pt x="3962319" y="1965224"/>
                  <a:pt x="3933554" y="1953413"/>
                </a:cubicBezTo>
                <a:cubicBezTo>
                  <a:pt x="3924410" y="1949603"/>
                  <a:pt x="3917169" y="1940459"/>
                  <a:pt x="3909549" y="1933219"/>
                </a:cubicBezTo>
                <a:cubicBezTo>
                  <a:pt x="3904025" y="1928076"/>
                  <a:pt x="3899833" y="1921216"/>
                  <a:pt x="3894119" y="1916454"/>
                </a:cubicBezTo>
                <a:cubicBezTo>
                  <a:pt x="3864018" y="1891497"/>
                  <a:pt x="3833729" y="1866922"/>
                  <a:pt x="3803628" y="1842158"/>
                </a:cubicBezTo>
                <a:cubicBezTo>
                  <a:pt x="3800770" y="1839679"/>
                  <a:pt x="3797341" y="1837013"/>
                  <a:pt x="3796007" y="1833775"/>
                </a:cubicBezTo>
                <a:cubicBezTo>
                  <a:pt x="3782101" y="1800246"/>
                  <a:pt x="3768958" y="1766335"/>
                  <a:pt x="3754286" y="1733188"/>
                </a:cubicBezTo>
                <a:cubicBezTo>
                  <a:pt x="3748572" y="1720423"/>
                  <a:pt x="3741524" y="1707279"/>
                  <a:pt x="3731618" y="1697753"/>
                </a:cubicBezTo>
                <a:cubicBezTo>
                  <a:pt x="3709138" y="1676036"/>
                  <a:pt x="3684752" y="1656223"/>
                  <a:pt x="3675036" y="1624980"/>
                </a:cubicBezTo>
                <a:cubicBezTo>
                  <a:pt x="3672180" y="1615836"/>
                  <a:pt x="3670655" y="1604978"/>
                  <a:pt x="3673132" y="1596213"/>
                </a:cubicBezTo>
                <a:close/>
                <a:moveTo>
                  <a:pt x="3719830" y="1459073"/>
                </a:moveTo>
                <a:lnTo>
                  <a:pt x="3719829" y="1459074"/>
                </a:lnTo>
                <a:lnTo>
                  <a:pt x="3710612" y="1481572"/>
                </a:lnTo>
                <a:close/>
                <a:moveTo>
                  <a:pt x="3739023" y="1268758"/>
                </a:moveTo>
                <a:cubicBezTo>
                  <a:pt x="3739475" y="1275402"/>
                  <a:pt x="3741047" y="1281689"/>
                  <a:pt x="3744190" y="1286070"/>
                </a:cubicBezTo>
                <a:cubicBezTo>
                  <a:pt x="3758763" y="1306930"/>
                  <a:pt x="3765003" y="1328553"/>
                  <a:pt x="3766527" y="1350628"/>
                </a:cubicBezTo>
                <a:lnTo>
                  <a:pt x="3760933" y="1413840"/>
                </a:lnTo>
                <a:lnTo>
                  <a:pt x="3766528" y="1350627"/>
                </a:lnTo>
                <a:cubicBezTo>
                  <a:pt x="3765003" y="1328552"/>
                  <a:pt x="3758764" y="1306930"/>
                  <a:pt x="3744190" y="1286069"/>
                </a:cubicBezTo>
                <a:close/>
                <a:moveTo>
                  <a:pt x="3680752" y="773035"/>
                </a:moveTo>
                <a:lnTo>
                  <a:pt x="3680752" y="773036"/>
                </a:lnTo>
                <a:cubicBezTo>
                  <a:pt x="3683038" y="800277"/>
                  <a:pt x="3686276" y="827330"/>
                  <a:pt x="3688752" y="854380"/>
                </a:cubicBezTo>
                <a:cubicBezTo>
                  <a:pt x="3691038" y="878957"/>
                  <a:pt x="3691800" y="903723"/>
                  <a:pt x="3719805" y="915344"/>
                </a:cubicBezTo>
                <a:cubicBezTo>
                  <a:pt x="3724187" y="917060"/>
                  <a:pt x="3727425" y="922774"/>
                  <a:pt x="3730283" y="927156"/>
                </a:cubicBezTo>
                <a:cubicBezTo>
                  <a:pt x="3774291" y="994786"/>
                  <a:pt x="3773147" y="1030981"/>
                  <a:pt x="3726663" y="1097088"/>
                </a:cubicBezTo>
                <a:cubicBezTo>
                  <a:pt x="3721901" y="1103946"/>
                  <a:pt x="3718471" y="1118614"/>
                  <a:pt x="3722281" y="1123186"/>
                </a:cubicBezTo>
                <a:cubicBezTo>
                  <a:pt x="3738093" y="1142618"/>
                  <a:pt x="3745142" y="1162954"/>
                  <a:pt x="3747000" y="1184029"/>
                </a:cubicBezTo>
                <a:cubicBezTo>
                  <a:pt x="3745142" y="1162954"/>
                  <a:pt x="3738094" y="1142617"/>
                  <a:pt x="3722282" y="1123185"/>
                </a:cubicBezTo>
                <a:cubicBezTo>
                  <a:pt x="3718472" y="1118613"/>
                  <a:pt x="3721902" y="1103945"/>
                  <a:pt x="3726664" y="1097087"/>
                </a:cubicBezTo>
                <a:cubicBezTo>
                  <a:pt x="3773148" y="1030980"/>
                  <a:pt x="3774292" y="994785"/>
                  <a:pt x="3730284" y="927155"/>
                </a:cubicBezTo>
                <a:cubicBezTo>
                  <a:pt x="3727426" y="922773"/>
                  <a:pt x="3724188" y="917059"/>
                  <a:pt x="3719806" y="915343"/>
                </a:cubicBezTo>
                <a:cubicBezTo>
                  <a:pt x="3691800" y="903722"/>
                  <a:pt x="3691038" y="878956"/>
                  <a:pt x="3688752" y="854379"/>
                </a:cubicBezTo>
                <a:close/>
                <a:moveTo>
                  <a:pt x="3736153" y="517851"/>
                </a:moveTo>
                <a:lnTo>
                  <a:pt x="3727235" y="556048"/>
                </a:lnTo>
                <a:cubicBezTo>
                  <a:pt x="3725139" y="564049"/>
                  <a:pt x="3719615" y="572623"/>
                  <a:pt x="3720757" y="580051"/>
                </a:cubicBezTo>
                <a:cubicBezTo>
                  <a:pt x="3724091" y="601579"/>
                  <a:pt x="3721662" y="622201"/>
                  <a:pt x="3717376" y="642538"/>
                </a:cubicBezTo>
                <a:lnTo>
                  <a:pt x="3704853" y="694928"/>
                </a:lnTo>
                <a:lnTo>
                  <a:pt x="3717377" y="642537"/>
                </a:lnTo>
                <a:cubicBezTo>
                  <a:pt x="3721663" y="622201"/>
                  <a:pt x="3724092" y="601578"/>
                  <a:pt x="3720758" y="580050"/>
                </a:cubicBezTo>
                <a:cubicBezTo>
                  <a:pt x="3719616" y="572622"/>
                  <a:pt x="3725140" y="564048"/>
                  <a:pt x="3727236" y="556047"/>
                </a:cubicBezTo>
                <a:close/>
                <a:moveTo>
                  <a:pt x="3749448" y="298169"/>
                </a:moveTo>
                <a:lnTo>
                  <a:pt x="3734666" y="313533"/>
                </a:lnTo>
                <a:lnTo>
                  <a:pt x="3734666" y="313533"/>
                </a:lnTo>
                <a:lnTo>
                  <a:pt x="3734665" y="313534"/>
                </a:lnTo>
                <a:cubicBezTo>
                  <a:pt x="3730473" y="316390"/>
                  <a:pt x="3732759" y="330299"/>
                  <a:pt x="3734093" y="338871"/>
                </a:cubicBezTo>
                <a:lnTo>
                  <a:pt x="3734100" y="338903"/>
                </a:lnTo>
                <a:lnTo>
                  <a:pt x="3744000" y="395640"/>
                </a:lnTo>
                <a:lnTo>
                  <a:pt x="3740190" y="367328"/>
                </a:lnTo>
                <a:lnTo>
                  <a:pt x="3734100" y="338903"/>
                </a:lnTo>
                <a:lnTo>
                  <a:pt x="3734094" y="338870"/>
                </a:lnTo>
                <a:cubicBezTo>
                  <a:pt x="3733427" y="334584"/>
                  <a:pt x="3732522" y="328964"/>
                  <a:pt x="3732308" y="324058"/>
                </a:cubicBezTo>
                <a:lnTo>
                  <a:pt x="3734666" y="313533"/>
                </a:lnTo>
                <a:close/>
                <a:moveTo>
                  <a:pt x="3756993" y="281568"/>
                </a:moveTo>
                <a:lnTo>
                  <a:pt x="3752098" y="295415"/>
                </a:lnTo>
                <a:lnTo>
                  <a:pt x="3752099" y="295415"/>
                </a:lnTo>
                <a:close/>
                <a:moveTo>
                  <a:pt x="3743673" y="24486"/>
                </a:moveTo>
                <a:lnTo>
                  <a:pt x="3741410" y="74129"/>
                </a:lnTo>
                <a:cubicBezTo>
                  <a:pt x="3742333" y="91492"/>
                  <a:pt x="3744643" y="108703"/>
                  <a:pt x="3747334" y="125861"/>
                </a:cubicBezTo>
                <a:lnTo>
                  <a:pt x="3751729" y="153388"/>
                </a:lnTo>
                <a:lnTo>
                  <a:pt x="3760002" y="228944"/>
                </a:lnTo>
                <a:lnTo>
                  <a:pt x="3755543" y="177271"/>
                </a:lnTo>
                <a:lnTo>
                  <a:pt x="3751729" y="153388"/>
                </a:lnTo>
                <a:lnTo>
                  <a:pt x="3751530" y="151569"/>
                </a:lnTo>
                <a:cubicBezTo>
                  <a:pt x="3747300" y="125876"/>
                  <a:pt x="3742795" y="100174"/>
                  <a:pt x="3741411" y="74129"/>
                </a:cubicBezTo>
                <a:close/>
                <a:moveTo>
                  <a:pt x="3741092" y="0"/>
                </a:moveTo>
                <a:lnTo>
                  <a:pt x="4205201" y="0"/>
                </a:lnTo>
                <a:lnTo>
                  <a:pt x="4204073" y="2817"/>
                </a:lnTo>
                <a:cubicBezTo>
                  <a:pt x="4195691" y="21486"/>
                  <a:pt x="4193023" y="43012"/>
                  <a:pt x="4189974" y="63587"/>
                </a:cubicBezTo>
                <a:cubicBezTo>
                  <a:pt x="4184450" y="101308"/>
                  <a:pt x="4181020" y="139219"/>
                  <a:pt x="4176068" y="176939"/>
                </a:cubicBezTo>
                <a:cubicBezTo>
                  <a:pt x="4174924" y="184941"/>
                  <a:pt x="4172830" y="194085"/>
                  <a:pt x="4168066" y="200182"/>
                </a:cubicBezTo>
                <a:cubicBezTo>
                  <a:pt x="4136061" y="241901"/>
                  <a:pt x="4127108" y="292579"/>
                  <a:pt x="4130154" y="340774"/>
                </a:cubicBezTo>
                <a:cubicBezTo>
                  <a:pt x="4132443" y="378686"/>
                  <a:pt x="4134157" y="415835"/>
                  <a:pt x="4130919" y="453364"/>
                </a:cubicBezTo>
                <a:cubicBezTo>
                  <a:pt x="4130727" y="456222"/>
                  <a:pt x="4131109" y="460032"/>
                  <a:pt x="4132633" y="462126"/>
                </a:cubicBezTo>
                <a:cubicBezTo>
                  <a:pt x="4142729" y="475081"/>
                  <a:pt x="4143491" y="488607"/>
                  <a:pt x="4145205" y="505182"/>
                </a:cubicBezTo>
                <a:cubicBezTo>
                  <a:pt x="4147683" y="528615"/>
                  <a:pt x="4145967" y="550141"/>
                  <a:pt x="4141777" y="571860"/>
                </a:cubicBezTo>
                <a:cubicBezTo>
                  <a:pt x="4138729" y="587672"/>
                  <a:pt x="4132443" y="603673"/>
                  <a:pt x="4124440" y="617772"/>
                </a:cubicBezTo>
                <a:cubicBezTo>
                  <a:pt x="4113200" y="637392"/>
                  <a:pt x="4108820" y="656255"/>
                  <a:pt x="4123678" y="674923"/>
                </a:cubicBezTo>
                <a:cubicBezTo>
                  <a:pt x="4139491" y="695116"/>
                  <a:pt x="4133967" y="717977"/>
                  <a:pt x="4134537" y="740268"/>
                </a:cubicBezTo>
                <a:cubicBezTo>
                  <a:pt x="4134729" y="749982"/>
                  <a:pt x="4134347" y="760270"/>
                  <a:pt x="4136823" y="769605"/>
                </a:cubicBezTo>
                <a:cubicBezTo>
                  <a:pt x="4143873" y="796655"/>
                  <a:pt x="4154541" y="822756"/>
                  <a:pt x="4159303" y="850189"/>
                </a:cubicBezTo>
                <a:cubicBezTo>
                  <a:pt x="4161970" y="865430"/>
                  <a:pt x="4157207" y="882384"/>
                  <a:pt x="4153779" y="898198"/>
                </a:cubicBezTo>
                <a:cubicBezTo>
                  <a:pt x="4150159" y="914200"/>
                  <a:pt x="4144635" y="930011"/>
                  <a:pt x="4138919" y="945444"/>
                </a:cubicBezTo>
                <a:cubicBezTo>
                  <a:pt x="4135109" y="955920"/>
                  <a:pt x="4131489" y="967350"/>
                  <a:pt x="4124630" y="975733"/>
                </a:cubicBezTo>
                <a:cubicBezTo>
                  <a:pt x="4109010" y="994785"/>
                  <a:pt x="4106342" y="1014406"/>
                  <a:pt x="4114534" y="1036887"/>
                </a:cubicBezTo>
                <a:cubicBezTo>
                  <a:pt x="4115868" y="1040315"/>
                  <a:pt x="4115868" y="1044315"/>
                  <a:pt x="4116058" y="1048125"/>
                </a:cubicBezTo>
                <a:cubicBezTo>
                  <a:pt x="4120058" y="1109091"/>
                  <a:pt x="4122536" y="1170051"/>
                  <a:pt x="4128632" y="1230633"/>
                </a:cubicBezTo>
                <a:cubicBezTo>
                  <a:pt x="4131109" y="1255206"/>
                  <a:pt x="4141967" y="1278829"/>
                  <a:pt x="4148825" y="1303024"/>
                </a:cubicBezTo>
                <a:cubicBezTo>
                  <a:pt x="4150159" y="1307978"/>
                  <a:pt x="4152255" y="1313504"/>
                  <a:pt x="4151301" y="1318456"/>
                </a:cubicBezTo>
                <a:cubicBezTo>
                  <a:pt x="4141777" y="1372368"/>
                  <a:pt x="4155683" y="1422854"/>
                  <a:pt x="4173972" y="1472575"/>
                </a:cubicBezTo>
                <a:cubicBezTo>
                  <a:pt x="4175878" y="1477717"/>
                  <a:pt x="4175306" y="1484004"/>
                  <a:pt x="4174924" y="1489720"/>
                </a:cubicBezTo>
                <a:cubicBezTo>
                  <a:pt x="4173592" y="1505724"/>
                  <a:pt x="4166924" y="1523059"/>
                  <a:pt x="4170924" y="1537537"/>
                </a:cubicBezTo>
                <a:cubicBezTo>
                  <a:pt x="4181974" y="1576019"/>
                  <a:pt x="4195309" y="1614120"/>
                  <a:pt x="4212073" y="1650317"/>
                </a:cubicBezTo>
                <a:cubicBezTo>
                  <a:pt x="4229028" y="1687086"/>
                  <a:pt x="4243316" y="1721185"/>
                  <a:pt x="4226173" y="1763287"/>
                </a:cubicBezTo>
                <a:cubicBezTo>
                  <a:pt x="4218932" y="1781194"/>
                  <a:pt x="4224076" y="1804816"/>
                  <a:pt x="4225981" y="1825393"/>
                </a:cubicBezTo>
                <a:cubicBezTo>
                  <a:pt x="4227504" y="1840441"/>
                  <a:pt x="4236078" y="1854920"/>
                  <a:pt x="4236078" y="1869780"/>
                </a:cubicBezTo>
                <a:cubicBezTo>
                  <a:pt x="4236078" y="1909408"/>
                  <a:pt x="4246174" y="1944649"/>
                  <a:pt x="4266749" y="1978940"/>
                </a:cubicBezTo>
                <a:cubicBezTo>
                  <a:pt x="4274749" y="1992279"/>
                  <a:pt x="4269416" y="2013043"/>
                  <a:pt x="4271512" y="2030378"/>
                </a:cubicBezTo>
                <a:cubicBezTo>
                  <a:pt x="4273987" y="2048668"/>
                  <a:pt x="4276274" y="2067525"/>
                  <a:pt x="4281800" y="2085054"/>
                </a:cubicBezTo>
                <a:cubicBezTo>
                  <a:pt x="4296278" y="2130393"/>
                  <a:pt x="4312661" y="2175163"/>
                  <a:pt x="4327901" y="2220312"/>
                </a:cubicBezTo>
                <a:cubicBezTo>
                  <a:pt x="4340476" y="2257459"/>
                  <a:pt x="4330569" y="2294039"/>
                  <a:pt x="4325236" y="2330806"/>
                </a:cubicBezTo>
                <a:cubicBezTo>
                  <a:pt x="4321805" y="2353859"/>
                  <a:pt x="4313613" y="2375383"/>
                  <a:pt x="4325807" y="2401292"/>
                </a:cubicBezTo>
                <a:cubicBezTo>
                  <a:pt x="4337427" y="2426059"/>
                  <a:pt x="4334759" y="2457492"/>
                  <a:pt x="4341047" y="2485307"/>
                </a:cubicBezTo>
                <a:cubicBezTo>
                  <a:pt x="4346380" y="2508742"/>
                  <a:pt x="4354954" y="2531409"/>
                  <a:pt x="4363336" y="2554079"/>
                </a:cubicBezTo>
                <a:cubicBezTo>
                  <a:pt x="4374768" y="2584942"/>
                  <a:pt x="4386767" y="2615421"/>
                  <a:pt x="4381054" y="2649143"/>
                </a:cubicBezTo>
                <a:cubicBezTo>
                  <a:pt x="4374575" y="2687436"/>
                  <a:pt x="4398960" y="2713723"/>
                  <a:pt x="4415154" y="2743826"/>
                </a:cubicBezTo>
                <a:cubicBezTo>
                  <a:pt x="4426202" y="2764590"/>
                  <a:pt x="4434395" y="2787259"/>
                  <a:pt x="4441254" y="2809930"/>
                </a:cubicBezTo>
                <a:cubicBezTo>
                  <a:pt x="4450207" y="2840219"/>
                  <a:pt x="4455542" y="2871462"/>
                  <a:pt x="4464304" y="2901943"/>
                </a:cubicBezTo>
                <a:cubicBezTo>
                  <a:pt x="4477448" y="2948047"/>
                  <a:pt x="4487736" y="2994722"/>
                  <a:pt x="4480497" y="3042728"/>
                </a:cubicBezTo>
                <a:cubicBezTo>
                  <a:pt x="4477259" y="3064827"/>
                  <a:pt x="4477448" y="3085403"/>
                  <a:pt x="4482212" y="3107500"/>
                </a:cubicBezTo>
                <a:cubicBezTo>
                  <a:pt x="4490023" y="3143695"/>
                  <a:pt x="4490976" y="3180844"/>
                  <a:pt x="4520122" y="3209993"/>
                </a:cubicBezTo>
                <a:cubicBezTo>
                  <a:pt x="4530410" y="3220280"/>
                  <a:pt x="4533076" y="3238758"/>
                  <a:pt x="4538410" y="3253809"/>
                </a:cubicBezTo>
                <a:cubicBezTo>
                  <a:pt x="4544699" y="3271145"/>
                  <a:pt x="4541459" y="3283908"/>
                  <a:pt x="4523170" y="3293244"/>
                </a:cubicBezTo>
                <a:cubicBezTo>
                  <a:pt x="4514979" y="3297434"/>
                  <a:pt x="4506978" y="3309437"/>
                  <a:pt x="4505643" y="3318771"/>
                </a:cubicBezTo>
                <a:cubicBezTo>
                  <a:pt x="4501643" y="3346776"/>
                  <a:pt x="4507549" y="3372495"/>
                  <a:pt x="4520504" y="3399546"/>
                </a:cubicBezTo>
                <a:cubicBezTo>
                  <a:pt x="4532697" y="3424883"/>
                  <a:pt x="4531362" y="3456508"/>
                  <a:pt x="4536124" y="3485275"/>
                </a:cubicBezTo>
                <a:cubicBezTo>
                  <a:pt x="4539554" y="3505657"/>
                  <a:pt x="4546602" y="3526042"/>
                  <a:pt x="4546602" y="3546617"/>
                </a:cubicBezTo>
                <a:cubicBezTo>
                  <a:pt x="4546602" y="3572146"/>
                  <a:pt x="4540506" y="3597482"/>
                  <a:pt x="4538221" y="3623201"/>
                </a:cubicBezTo>
                <a:cubicBezTo>
                  <a:pt x="4536316" y="3643204"/>
                  <a:pt x="4537079" y="3663589"/>
                  <a:pt x="4534792" y="3683591"/>
                </a:cubicBezTo>
                <a:cubicBezTo>
                  <a:pt x="4533076" y="3699976"/>
                  <a:pt x="4528696" y="3716168"/>
                  <a:pt x="4525077" y="3732361"/>
                </a:cubicBezTo>
                <a:cubicBezTo>
                  <a:pt x="4523742" y="3738267"/>
                  <a:pt x="4518597" y="3744173"/>
                  <a:pt x="4519359" y="3749506"/>
                </a:cubicBezTo>
                <a:cubicBezTo>
                  <a:pt x="4527552" y="3802467"/>
                  <a:pt x="4490976" y="3840569"/>
                  <a:pt x="4474782" y="3885338"/>
                </a:cubicBezTo>
                <a:cubicBezTo>
                  <a:pt x="4457636" y="3932394"/>
                  <a:pt x="4431347" y="3977925"/>
                  <a:pt x="4439157" y="4030503"/>
                </a:cubicBezTo>
                <a:cubicBezTo>
                  <a:pt x="4443919" y="4062318"/>
                  <a:pt x="4454971" y="4092989"/>
                  <a:pt x="4461639" y="4124614"/>
                </a:cubicBezTo>
                <a:cubicBezTo>
                  <a:pt x="4463924" y="4135854"/>
                  <a:pt x="4463542" y="4148427"/>
                  <a:pt x="4461256" y="4159667"/>
                </a:cubicBezTo>
                <a:cubicBezTo>
                  <a:pt x="4450777" y="4213961"/>
                  <a:pt x="4449253" y="4267493"/>
                  <a:pt x="4466400" y="4320837"/>
                </a:cubicBezTo>
                <a:cubicBezTo>
                  <a:pt x="4469259" y="4329979"/>
                  <a:pt x="4471924" y="4339695"/>
                  <a:pt x="4471924" y="4349222"/>
                </a:cubicBezTo>
                <a:cubicBezTo>
                  <a:pt x="4471924" y="4401419"/>
                  <a:pt x="4467924" y="4452665"/>
                  <a:pt x="4449253" y="4502579"/>
                </a:cubicBezTo>
                <a:cubicBezTo>
                  <a:pt x="4442967" y="4519343"/>
                  <a:pt x="4446967" y="4539728"/>
                  <a:pt x="4445443" y="4558207"/>
                </a:cubicBezTo>
                <a:cubicBezTo>
                  <a:pt x="4444111" y="4575351"/>
                  <a:pt x="4443539" y="4592878"/>
                  <a:pt x="4439157" y="4609452"/>
                </a:cubicBezTo>
                <a:cubicBezTo>
                  <a:pt x="4432681" y="4633647"/>
                  <a:pt x="4431919" y="4656126"/>
                  <a:pt x="4437633" y="4681083"/>
                </a:cubicBezTo>
                <a:cubicBezTo>
                  <a:pt x="4442967" y="4704895"/>
                  <a:pt x="4440301" y="4730614"/>
                  <a:pt x="4440491" y="4755381"/>
                </a:cubicBezTo>
                <a:cubicBezTo>
                  <a:pt x="4440681" y="4783004"/>
                  <a:pt x="4440871" y="4810627"/>
                  <a:pt x="4439919" y="4838250"/>
                </a:cubicBezTo>
                <a:cubicBezTo>
                  <a:pt x="4439539" y="4849300"/>
                  <a:pt x="4431919" y="4861873"/>
                  <a:pt x="4434967" y="4871019"/>
                </a:cubicBezTo>
                <a:cubicBezTo>
                  <a:pt x="4445254" y="4900546"/>
                  <a:pt x="4432872" y="4930075"/>
                  <a:pt x="4438395" y="4959602"/>
                </a:cubicBezTo>
                <a:cubicBezTo>
                  <a:pt x="4441254" y="4974082"/>
                  <a:pt x="4433444" y="4990465"/>
                  <a:pt x="4432681" y="5006086"/>
                </a:cubicBezTo>
                <a:cubicBezTo>
                  <a:pt x="4431347" y="5031614"/>
                  <a:pt x="4431919" y="5057141"/>
                  <a:pt x="4431537" y="5082670"/>
                </a:cubicBezTo>
                <a:cubicBezTo>
                  <a:pt x="4431347" y="5091052"/>
                  <a:pt x="4430585" y="5099245"/>
                  <a:pt x="4430202" y="5107627"/>
                </a:cubicBezTo>
                <a:cubicBezTo>
                  <a:pt x="4429823" y="5115057"/>
                  <a:pt x="4428108" y="5122867"/>
                  <a:pt x="4429440" y="5129916"/>
                </a:cubicBezTo>
                <a:cubicBezTo>
                  <a:pt x="4434205" y="5155445"/>
                  <a:pt x="4442016" y="5180591"/>
                  <a:pt x="4445063" y="5206308"/>
                </a:cubicBezTo>
                <a:cubicBezTo>
                  <a:pt x="4447729" y="5228597"/>
                  <a:pt x="4444111" y="5251650"/>
                  <a:pt x="4446015" y="5274129"/>
                </a:cubicBezTo>
                <a:cubicBezTo>
                  <a:pt x="4449253" y="5313754"/>
                  <a:pt x="4454971" y="5353379"/>
                  <a:pt x="4458589" y="5393005"/>
                </a:cubicBezTo>
                <a:cubicBezTo>
                  <a:pt x="4459351" y="5401579"/>
                  <a:pt x="4454587" y="5410531"/>
                  <a:pt x="4454207" y="5419295"/>
                </a:cubicBezTo>
                <a:cubicBezTo>
                  <a:pt x="4453255" y="5446728"/>
                  <a:pt x="4453063" y="5474161"/>
                  <a:pt x="4452493" y="5501594"/>
                </a:cubicBezTo>
                <a:cubicBezTo>
                  <a:pt x="4452301" y="5517215"/>
                  <a:pt x="4452873" y="5533027"/>
                  <a:pt x="4451160" y="5548460"/>
                </a:cubicBezTo>
                <a:cubicBezTo>
                  <a:pt x="4448873" y="5568842"/>
                  <a:pt x="4445443" y="5587321"/>
                  <a:pt x="4460304" y="5606372"/>
                </a:cubicBezTo>
                <a:cubicBezTo>
                  <a:pt x="4483354" y="5635711"/>
                  <a:pt x="4474400" y="5673050"/>
                  <a:pt x="4479734" y="5706959"/>
                </a:cubicBezTo>
                <a:cubicBezTo>
                  <a:pt x="4481069" y="5715723"/>
                  <a:pt x="4481259" y="5724678"/>
                  <a:pt x="4482782" y="5733440"/>
                </a:cubicBezTo>
                <a:cubicBezTo>
                  <a:pt x="4485641" y="5749634"/>
                  <a:pt x="4488879" y="5765635"/>
                  <a:pt x="4492119" y="5781830"/>
                </a:cubicBezTo>
                <a:cubicBezTo>
                  <a:pt x="4492690" y="5784686"/>
                  <a:pt x="4492881" y="5787924"/>
                  <a:pt x="4493834" y="5790592"/>
                </a:cubicBezTo>
                <a:cubicBezTo>
                  <a:pt x="4501833" y="5815169"/>
                  <a:pt x="4510977" y="5839361"/>
                  <a:pt x="4517455" y="5864318"/>
                </a:cubicBezTo>
                <a:cubicBezTo>
                  <a:pt x="4520695" y="5876511"/>
                  <a:pt x="4521076" y="5890037"/>
                  <a:pt x="4519359" y="5902610"/>
                </a:cubicBezTo>
                <a:cubicBezTo>
                  <a:pt x="4514407" y="5939377"/>
                  <a:pt x="4512311" y="5975764"/>
                  <a:pt x="4519551" y="6012723"/>
                </a:cubicBezTo>
                <a:cubicBezTo>
                  <a:pt x="4522408" y="6027392"/>
                  <a:pt x="4517645" y="6043776"/>
                  <a:pt x="4515931" y="6059397"/>
                </a:cubicBezTo>
                <a:cubicBezTo>
                  <a:pt x="4511360" y="6096736"/>
                  <a:pt x="4506405" y="6134075"/>
                  <a:pt x="4502025" y="6171605"/>
                </a:cubicBezTo>
                <a:cubicBezTo>
                  <a:pt x="4499358" y="6195037"/>
                  <a:pt x="4497833" y="6218660"/>
                  <a:pt x="4495167" y="6242093"/>
                </a:cubicBezTo>
                <a:cubicBezTo>
                  <a:pt x="4491927" y="6269144"/>
                  <a:pt x="4486975" y="6296005"/>
                  <a:pt x="4484306" y="6323058"/>
                </a:cubicBezTo>
                <a:cubicBezTo>
                  <a:pt x="4481259" y="6353919"/>
                  <a:pt x="4480688" y="6384972"/>
                  <a:pt x="4477448" y="6415833"/>
                </a:cubicBezTo>
                <a:cubicBezTo>
                  <a:pt x="4471162" y="6472225"/>
                  <a:pt x="4463733" y="6528424"/>
                  <a:pt x="4456683" y="6584812"/>
                </a:cubicBezTo>
                <a:cubicBezTo>
                  <a:pt x="4449825" y="6639488"/>
                  <a:pt x="4443729" y="6694164"/>
                  <a:pt x="4435157" y="6748458"/>
                </a:cubicBezTo>
                <a:cubicBezTo>
                  <a:pt x="4431537" y="6771319"/>
                  <a:pt x="4421630" y="6793035"/>
                  <a:pt x="4416106" y="6815516"/>
                </a:cubicBezTo>
                <a:lnTo>
                  <a:pt x="4406407" y="6858000"/>
                </a:lnTo>
                <a:lnTo>
                  <a:pt x="4234154" y="6858000"/>
                </a:lnTo>
                <a:lnTo>
                  <a:pt x="0" y="6858000"/>
                </a:lnTo>
                <a:lnTo>
                  <a:pt x="0" y="2"/>
                </a:lnTo>
                <a:lnTo>
                  <a:pt x="3741092" y="1"/>
                </a:lnTo>
                <a:lnTo>
                  <a:pt x="3743810" y="21486"/>
                </a:lnTo>
                <a:close/>
              </a:path>
            </a:pathLst>
          </a:custGeom>
          <a:effectLst/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54A1C8FD-E5B7-4BEC-A74A-A55FB8EA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697284" y="-1"/>
            <a:ext cx="884241" cy="6858001"/>
            <a:chOff x="3697284" y="-1"/>
            <a:chExt cx="884241" cy="6858001"/>
          </a:xfrm>
          <a:effectLst>
            <a:outerShdw blurRad="381000" dist="152400" algn="l" rotWithShape="0">
              <a:prstClr val="black">
                <a:alpha val="10000"/>
              </a:prstClr>
            </a:outerShdw>
          </a:effectLst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20D202D-5E48-4B15-9AF5-71BED4FCFF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05641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8D6A069-9380-4E59-A0DA-07053EE8E5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H="1">
              <a:off x="715166" y="2991642"/>
              <a:ext cx="6858001" cy="874716"/>
            </a:xfrm>
            <a:custGeom>
              <a:avLst/>
              <a:gdLst>
                <a:gd name="connsiteX0" fmla="*/ 0 w 6858001"/>
                <a:gd name="connsiteY0" fmla="*/ 533314 h 874716"/>
                <a:gd name="connsiteX1" fmla="*/ 0 w 6858001"/>
                <a:gd name="connsiteY1" fmla="*/ 69206 h 874716"/>
                <a:gd name="connsiteX2" fmla="*/ 21486 w 6858001"/>
                <a:gd name="connsiteY2" fmla="*/ 71924 h 874716"/>
                <a:gd name="connsiteX3" fmla="*/ 228948 w 6858001"/>
                <a:gd name="connsiteY3" fmla="*/ 88116 h 874716"/>
                <a:gd name="connsiteX4" fmla="*/ 313533 w 6858001"/>
                <a:gd name="connsiteY4" fmla="*/ 62779 h 874716"/>
                <a:gd name="connsiteX5" fmla="*/ 338870 w 6858001"/>
                <a:gd name="connsiteY5" fmla="*/ 62207 h 874716"/>
                <a:gd name="connsiteX6" fmla="*/ 395640 w 6858001"/>
                <a:gd name="connsiteY6" fmla="*/ 72114 h 874716"/>
                <a:gd name="connsiteX7" fmla="*/ 512802 w 6858001"/>
                <a:gd name="connsiteY7" fmla="*/ 65446 h 874716"/>
                <a:gd name="connsiteX8" fmla="*/ 556047 w 6858001"/>
                <a:gd name="connsiteY8" fmla="*/ 55349 h 874716"/>
                <a:gd name="connsiteX9" fmla="*/ 580050 w 6858001"/>
                <a:gd name="connsiteY9" fmla="*/ 48871 h 874716"/>
                <a:gd name="connsiteX10" fmla="*/ 703308 w 6858001"/>
                <a:gd name="connsiteY10" fmla="*/ 30964 h 874716"/>
                <a:gd name="connsiteX11" fmla="*/ 758174 w 6858001"/>
                <a:gd name="connsiteY11" fmla="*/ 11724 h 874716"/>
                <a:gd name="connsiteX12" fmla="*/ 773035 w 6858001"/>
                <a:gd name="connsiteY12" fmla="*/ 8866 h 874716"/>
                <a:gd name="connsiteX13" fmla="*/ 854379 w 6858001"/>
                <a:gd name="connsiteY13" fmla="*/ 16866 h 874716"/>
                <a:gd name="connsiteX14" fmla="*/ 915343 w 6858001"/>
                <a:gd name="connsiteY14" fmla="*/ 47919 h 874716"/>
                <a:gd name="connsiteX15" fmla="*/ 927155 w 6858001"/>
                <a:gd name="connsiteY15" fmla="*/ 58397 h 874716"/>
                <a:gd name="connsiteX16" fmla="*/ 1097087 w 6858001"/>
                <a:gd name="connsiteY16" fmla="*/ 54777 h 874716"/>
                <a:gd name="connsiteX17" fmla="*/ 1123185 w 6858001"/>
                <a:gd name="connsiteY17" fmla="*/ 50395 h 874716"/>
                <a:gd name="connsiteX18" fmla="*/ 1249302 w 6858001"/>
                <a:gd name="connsiteY18" fmla="*/ 68684 h 874716"/>
                <a:gd name="connsiteX19" fmla="*/ 1286069 w 6858001"/>
                <a:gd name="connsiteY19" fmla="*/ 72304 h 874716"/>
                <a:gd name="connsiteX20" fmla="*/ 1417899 w 6858001"/>
                <a:gd name="connsiteY20" fmla="*/ 88688 h 874716"/>
                <a:gd name="connsiteX21" fmla="*/ 1436568 w 6858001"/>
                <a:gd name="connsiteY21" fmla="*/ 73448 h 874716"/>
                <a:gd name="connsiteX22" fmla="*/ 1490292 w 6858001"/>
                <a:gd name="connsiteY22" fmla="*/ 35154 h 874716"/>
                <a:gd name="connsiteX23" fmla="*/ 1596213 w 6858001"/>
                <a:gd name="connsiteY23" fmla="*/ 1245 h 874716"/>
                <a:gd name="connsiteX24" fmla="*/ 1624980 w 6858001"/>
                <a:gd name="connsiteY24" fmla="*/ 3150 h 874716"/>
                <a:gd name="connsiteX25" fmla="*/ 1697753 w 6858001"/>
                <a:gd name="connsiteY25" fmla="*/ 59731 h 874716"/>
                <a:gd name="connsiteX26" fmla="*/ 1733188 w 6858001"/>
                <a:gd name="connsiteY26" fmla="*/ 82400 h 874716"/>
                <a:gd name="connsiteX27" fmla="*/ 1833775 w 6858001"/>
                <a:gd name="connsiteY27" fmla="*/ 124121 h 874716"/>
                <a:gd name="connsiteX28" fmla="*/ 1842158 w 6858001"/>
                <a:gd name="connsiteY28" fmla="*/ 131742 h 874716"/>
                <a:gd name="connsiteX29" fmla="*/ 1916454 w 6858001"/>
                <a:gd name="connsiteY29" fmla="*/ 222233 h 874716"/>
                <a:gd name="connsiteX30" fmla="*/ 1933219 w 6858001"/>
                <a:gd name="connsiteY30" fmla="*/ 237663 h 874716"/>
                <a:gd name="connsiteX31" fmla="*/ 1953413 w 6858001"/>
                <a:gd name="connsiteY31" fmla="*/ 261668 h 874716"/>
                <a:gd name="connsiteX32" fmla="*/ 2016469 w 6858001"/>
                <a:gd name="connsiteY32" fmla="*/ 308151 h 874716"/>
                <a:gd name="connsiteX33" fmla="*/ 2094578 w 6858001"/>
                <a:gd name="connsiteY33" fmla="*/ 323010 h 874716"/>
                <a:gd name="connsiteX34" fmla="*/ 2188879 w 6858001"/>
                <a:gd name="connsiteY34" fmla="*/ 345681 h 874716"/>
                <a:gd name="connsiteX35" fmla="*/ 2228314 w 6858001"/>
                <a:gd name="connsiteY35" fmla="*/ 360921 h 874716"/>
                <a:gd name="connsiteX36" fmla="*/ 2334044 w 6858001"/>
                <a:gd name="connsiteY36" fmla="*/ 389878 h 874716"/>
                <a:gd name="connsiteX37" fmla="*/ 2409485 w 6858001"/>
                <a:gd name="connsiteY37" fmla="*/ 414263 h 874716"/>
                <a:gd name="connsiteX38" fmla="*/ 2518264 w 6858001"/>
                <a:gd name="connsiteY38" fmla="*/ 428552 h 874716"/>
                <a:gd name="connsiteX39" fmla="*/ 2571034 w 6858001"/>
                <a:gd name="connsiteY39" fmla="*/ 429122 h 874716"/>
                <a:gd name="connsiteX40" fmla="*/ 2668001 w 6858001"/>
                <a:gd name="connsiteY40" fmla="*/ 502276 h 874716"/>
                <a:gd name="connsiteX41" fmla="*/ 2745348 w 6858001"/>
                <a:gd name="connsiteY41" fmla="*/ 550666 h 874716"/>
                <a:gd name="connsiteX42" fmla="*/ 2826694 w 6858001"/>
                <a:gd name="connsiteY42" fmla="*/ 527233 h 874716"/>
                <a:gd name="connsiteX43" fmla="*/ 2848793 w 6858001"/>
                <a:gd name="connsiteY43" fmla="*/ 505134 h 874716"/>
                <a:gd name="connsiteX44" fmla="*/ 2982148 w 6858001"/>
                <a:gd name="connsiteY44" fmla="*/ 484179 h 874716"/>
                <a:gd name="connsiteX45" fmla="*/ 3172654 w 6858001"/>
                <a:gd name="connsiteY45" fmla="*/ 483417 h 874716"/>
                <a:gd name="connsiteX46" fmla="*/ 3489467 w 6858001"/>
                <a:gd name="connsiteY46" fmla="*/ 435790 h 874716"/>
                <a:gd name="connsiteX47" fmla="*/ 3544713 w 6858001"/>
                <a:gd name="connsiteY47" fmla="*/ 413691 h 874716"/>
                <a:gd name="connsiteX48" fmla="*/ 3606817 w 6858001"/>
                <a:gd name="connsiteY48" fmla="*/ 408167 h 874716"/>
                <a:gd name="connsiteX49" fmla="*/ 3630632 w 6858001"/>
                <a:gd name="connsiteY49" fmla="*/ 421693 h 874716"/>
                <a:gd name="connsiteX50" fmla="*/ 3734837 w 6858001"/>
                <a:gd name="connsiteY50" fmla="*/ 441886 h 874716"/>
                <a:gd name="connsiteX51" fmla="*/ 3754652 w 6858001"/>
                <a:gd name="connsiteY51" fmla="*/ 442268 h 874716"/>
                <a:gd name="connsiteX52" fmla="*/ 3822472 w 6858001"/>
                <a:gd name="connsiteY52" fmla="*/ 433694 h 874716"/>
                <a:gd name="connsiteX53" fmla="*/ 3885338 w 6858001"/>
                <a:gd name="connsiteY53" fmla="*/ 428742 h 874716"/>
                <a:gd name="connsiteX54" fmla="*/ 4043839 w 6858001"/>
                <a:gd name="connsiteY54" fmla="*/ 444934 h 874716"/>
                <a:gd name="connsiteX55" fmla="*/ 4165383 w 6858001"/>
                <a:gd name="connsiteY55" fmla="*/ 441124 h 874716"/>
                <a:gd name="connsiteX56" fmla="*/ 4221391 w 6858001"/>
                <a:gd name="connsiteY56" fmla="*/ 444934 h 874716"/>
                <a:gd name="connsiteX57" fmla="*/ 4253014 w 6858001"/>
                <a:gd name="connsiteY57" fmla="*/ 450650 h 874716"/>
                <a:gd name="connsiteX58" fmla="*/ 4324645 w 6858001"/>
                <a:gd name="connsiteY58" fmla="*/ 490466 h 874716"/>
                <a:gd name="connsiteX59" fmla="*/ 4363890 w 6858001"/>
                <a:gd name="connsiteY59" fmla="*/ 499420 h 874716"/>
                <a:gd name="connsiteX60" fmla="*/ 4482004 w 6858001"/>
                <a:gd name="connsiteY60" fmla="*/ 498658 h 874716"/>
                <a:gd name="connsiteX61" fmla="*/ 4659174 w 6858001"/>
                <a:gd name="connsiteY61" fmla="*/ 438648 h 874716"/>
                <a:gd name="connsiteX62" fmla="*/ 4677655 w 6858001"/>
                <a:gd name="connsiteY62" fmla="*/ 430646 h 874716"/>
                <a:gd name="connsiteX63" fmla="*/ 4767764 w 6858001"/>
                <a:gd name="connsiteY63" fmla="*/ 420739 h 874716"/>
                <a:gd name="connsiteX64" fmla="*/ 4828916 w 6858001"/>
                <a:gd name="connsiteY64" fmla="*/ 434266 h 874716"/>
                <a:gd name="connsiteX65" fmla="*/ 4912168 w 6858001"/>
                <a:gd name="connsiteY65" fmla="*/ 462271 h 874716"/>
                <a:gd name="connsiteX66" fmla="*/ 4987037 w 6858001"/>
                <a:gd name="connsiteY66" fmla="*/ 485703 h 874716"/>
                <a:gd name="connsiteX67" fmla="*/ 5041521 w 6858001"/>
                <a:gd name="connsiteY67" fmla="*/ 512182 h 874716"/>
                <a:gd name="connsiteX68" fmla="*/ 5166113 w 6858001"/>
                <a:gd name="connsiteY68" fmla="*/ 531615 h 874716"/>
                <a:gd name="connsiteX69" fmla="*/ 5179067 w 6858001"/>
                <a:gd name="connsiteY69" fmla="*/ 534853 h 874716"/>
                <a:gd name="connsiteX70" fmla="*/ 5272796 w 6858001"/>
                <a:gd name="connsiteY70" fmla="*/ 511230 h 874716"/>
                <a:gd name="connsiteX71" fmla="*/ 5385384 w 6858001"/>
                <a:gd name="connsiteY71" fmla="*/ 487227 h 874716"/>
                <a:gd name="connsiteX72" fmla="*/ 5425582 w 6858001"/>
                <a:gd name="connsiteY72" fmla="*/ 495418 h 874716"/>
                <a:gd name="connsiteX73" fmla="*/ 5480637 w 6858001"/>
                <a:gd name="connsiteY73" fmla="*/ 507040 h 874716"/>
                <a:gd name="connsiteX74" fmla="*/ 5531693 w 6858001"/>
                <a:gd name="connsiteY74" fmla="*/ 500944 h 874716"/>
                <a:gd name="connsiteX75" fmla="*/ 5562746 w 6858001"/>
                <a:gd name="connsiteY75" fmla="*/ 500372 h 874716"/>
                <a:gd name="connsiteX76" fmla="*/ 5704483 w 6858001"/>
                <a:gd name="connsiteY76" fmla="*/ 571620 h 874716"/>
                <a:gd name="connsiteX77" fmla="*/ 5740488 w 6858001"/>
                <a:gd name="connsiteY77" fmla="*/ 577526 h 874716"/>
                <a:gd name="connsiteX78" fmla="*/ 5760873 w 6858001"/>
                <a:gd name="connsiteY78" fmla="*/ 586291 h 874716"/>
                <a:gd name="connsiteX79" fmla="*/ 5883751 w 6858001"/>
                <a:gd name="connsiteY79" fmla="*/ 674686 h 874716"/>
                <a:gd name="connsiteX80" fmla="*/ 5935949 w 6858001"/>
                <a:gd name="connsiteY80" fmla="*/ 692592 h 874716"/>
                <a:gd name="connsiteX81" fmla="*/ 5993291 w 6858001"/>
                <a:gd name="connsiteY81" fmla="*/ 688972 h 874716"/>
                <a:gd name="connsiteX82" fmla="*/ 6026440 w 6858001"/>
                <a:gd name="connsiteY82" fmla="*/ 682496 h 874716"/>
                <a:gd name="connsiteX83" fmla="*/ 6108738 w 6858001"/>
                <a:gd name="connsiteY83" fmla="*/ 626296 h 874716"/>
                <a:gd name="connsiteX84" fmla="*/ 6155602 w 6858001"/>
                <a:gd name="connsiteY84" fmla="*/ 628202 h 874716"/>
                <a:gd name="connsiteX85" fmla="*/ 6228756 w 6858001"/>
                <a:gd name="connsiteY85" fmla="*/ 666873 h 874716"/>
                <a:gd name="connsiteX86" fmla="*/ 6361539 w 6858001"/>
                <a:gd name="connsiteY86" fmla="*/ 684210 h 874716"/>
                <a:gd name="connsiteX87" fmla="*/ 6428979 w 6858001"/>
                <a:gd name="connsiteY87" fmla="*/ 630106 h 874716"/>
                <a:gd name="connsiteX88" fmla="*/ 6463840 w 6858001"/>
                <a:gd name="connsiteY88" fmla="*/ 578098 h 874716"/>
                <a:gd name="connsiteX89" fmla="*/ 6564620 w 6858001"/>
                <a:gd name="connsiteY89" fmla="*/ 517708 h 874716"/>
                <a:gd name="connsiteX90" fmla="*/ 6588625 w 6858001"/>
                <a:gd name="connsiteY90" fmla="*/ 540187 h 874716"/>
                <a:gd name="connsiteX91" fmla="*/ 6662541 w 6858001"/>
                <a:gd name="connsiteY91" fmla="*/ 549714 h 874716"/>
                <a:gd name="connsiteX92" fmla="*/ 6742552 w 6858001"/>
                <a:gd name="connsiteY92" fmla="*/ 548952 h 874716"/>
                <a:gd name="connsiteX93" fmla="*/ 6812063 w 6858001"/>
                <a:gd name="connsiteY93" fmla="*/ 568430 h 874716"/>
                <a:gd name="connsiteX94" fmla="*/ 6858001 w 6858001"/>
                <a:gd name="connsiteY94" fmla="*/ 562267 h 874716"/>
                <a:gd name="connsiteX95" fmla="*/ 6858001 w 6858001"/>
                <a:gd name="connsiteY95" fmla="*/ 734520 h 874716"/>
                <a:gd name="connsiteX96" fmla="*/ 6815516 w 6858001"/>
                <a:gd name="connsiteY96" fmla="*/ 744220 h 874716"/>
                <a:gd name="connsiteX97" fmla="*/ 6748458 w 6858001"/>
                <a:gd name="connsiteY97" fmla="*/ 763271 h 874716"/>
                <a:gd name="connsiteX98" fmla="*/ 6584812 w 6858001"/>
                <a:gd name="connsiteY98" fmla="*/ 784797 h 874716"/>
                <a:gd name="connsiteX99" fmla="*/ 6415833 w 6858001"/>
                <a:gd name="connsiteY99" fmla="*/ 805562 h 874716"/>
                <a:gd name="connsiteX100" fmla="*/ 6323058 w 6858001"/>
                <a:gd name="connsiteY100" fmla="*/ 812420 h 874716"/>
                <a:gd name="connsiteX101" fmla="*/ 6242093 w 6858001"/>
                <a:gd name="connsiteY101" fmla="*/ 823281 h 874716"/>
                <a:gd name="connsiteX102" fmla="*/ 6171605 w 6858001"/>
                <a:gd name="connsiteY102" fmla="*/ 830139 h 874716"/>
                <a:gd name="connsiteX103" fmla="*/ 6059397 w 6858001"/>
                <a:gd name="connsiteY103" fmla="*/ 844045 h 874716"/>
                <a:gd name="connsiteX104" fmla="*/ 6012723 w 6858001"/>
                <a:gd name="connsiteY104" fmla="*/ 847665 h 874716"/>
                <a:gd name="connsiteX105" fmla="*/ 5902610 w 6858001"/>
                <a:gd name="connsiteY105" fmla="*/ 847473 h 874716"/>
                <a:gd name="connsiteX106" fmla="*/ 5864318 w 6858001"/>
                <a:gd name="connsiteY106" fmla="*/ 845569 h 874716"/>
                <a:gd name="connsiteX107" fmla="*/ 5790592 w 6858001"/>
                <a:gd name="connsiteY107" fmla="*/ 821947 h 874716"/>
                <a:gd name="connsiteX108" fmla="*/ 5781830 w 6858001"/>
                <a:gd name="connsiteY108" fmla="*/ 820233 h 874716"/>
                <a:gd name="connsiteX109" fmla="*/ 5733440 w 6858001"/>
                <a:gd name="connsiteY109" fmla="*/ 810896 h 874716"/>
                <a:gd name="connsiteX110" fmla="*/ 5706959 w 6858001"/>
                <a:gd name="connsiteY110" fmla="*/ 807848 h 874716"/>
                <a:gd name="connsiteX111" fmla="*/ 5606372 w 6858001"/>
                <a:gd name="connsiteY111" fmla="*/ 788417 h 874716"/>
                <a:gd name="connsiteX112" fmla="*/ 5548460 w 6858001"/>
                <a:gd name="connsiteY112" fmla="*/ 779273 h 874716"/>
                <a:gd name="connsiteX113" fmla="*/ 5501594 w 6858001"/>
                <a:gd name="connsiteY113" fmla="*/ 780607 h 874716"/>
                <a:gd name="connsiteX114" fmla="*/ 5419295 w 6858001"/>
                <a:gd name="connsiteY114" fmla="*/ 782321 h 874716"/>
                <a:gd name="connsiteX115" fmla="*/ 5393005 w 6858001"/>
                <a:gd name="connsiteY115" fmla="*/ 786703 h 874716"/>
                <a:gd name="connsiteX116" fmla="*/ 5274129 w 6858001"/>
                <a:gd name="connsiteY116" fmla="*/ 774129 h 874716"/>
                <a:gd name="connsiteX117" fmla="*/ 5206308 w 6858001"/>
                <a:gd name="connsiteY117" fmla="*/ 773177 h 874716"/>
                <a:gd name="connsiteX118" fmla="*/ 5129916 w 6858001"/>
                <a:gd name="connsiteY118" fmla="*/ 757554 h 874716"/>
                <a:gd name="connsiteX119" fmla="*/ 5107627 w 6858001"/>
                <a:gd name="connsiteY119" fmla="*/ 758316 h 874716"/>
                <a:gd name="connsiteX120" fmla="*/ 5082670 w 6858001"/>
                <a:gd name="connsiteY120" fmla="*/ 759651 h 874716"/>
                <a:gd name="connsiteX121" fmla="*/ 5006086 w 6858001"/>
                <a:gd name="connsiteY121" fmla="*/ 760795 h 874716"/>
                <a:gd name="connsiteX122" fmla="*/ 4959602 w 6858001"/>
                <a:gd name="connsiteY122" fmla="*/ 766509 h 874716"/>
                <a:gd name="connsiteX123" fmla="*/ 4871019 w 6858001"/>
                <a:gd name="connsiteY123" fmla="*/ 763081 h 874716"/>
                <a:gd name="connsiteX124" fmla="*/ 4838250 w 6858001"/>
                <a:gd name="connsiteY124" fmla="*/ 768033 h 874716"/>
                <a:gd name="connsiteX125" fmla="*/ 4755381 w 6858001"/>
                <a:gd name="connsiteY125" fmla="*/ 768605 h 874716"/>
                <a:gd name="connsiteX126" fmla="*/ 4681083 w 6858001"/>
                <a:gd name="connsiteY126" fmla="*/ 765747 h 874716"/>
                <a:gd name="connsiteX127" fmla="*/ 4609452 w 6858001"/>
                <a:gd name="connsiteY127" fmla="*/ 767271 h 874716"/>
                <a:gd name="connsiteX128" fmla="*/ 4558207 w 6858001"/>
                <a:gd name="connsiteY128" fmla="*/ 773557 h 874716"/>
                <a:gd name="connsiteX129" fmla="*/ 4502579 w 6858001"/>
                <a:gd name="connsiteY129" fmla="*/ 777367 h 874716"/>
                <a:gd name="connsiteX130" fmla="*/ 4349222 w 6858001"/>
                <a:gd name="connsiteY130" fmla="*/ 800038 h 874716"/>
                <a:gd name="connsiteX131" fmla="*/ 4320837 w 6858001"/>
                <a:gd name="connsiteY131" fmla="*/ 794514 h 874716"/>
                <a:gd name="connsiteX132" fmla="*/ 4159667 w 6858001"/>
                <a:gd name="connsiteY132" fmla="*/ 789370 h 874716"/>
                <a:gd name="connsiteX133" fmla="*/ 4124614 w 6858001"/>
                <a:gd name="connsiteY133" fmla="*/ 789752 h 874716"/>
                <a:gd name="connsiteX134" fmla="*/ 4030503 w 6858001"/>
                <a:gd name="connsiteY134" fmla="*/ 767271 h 874716"/>
                <a:gd name="connsiteX135" fmla="*/ 3885338 w 6858001"/>
                <a:gd name="connsiteY135" fmla="*/ 802896 h 874716"/>
                <a:gd name="connsiteX136" fmla="*/ 3749506 w 6858001"/>
                <a:gd name="connsiteY136" fmla="*/ 847473 h 874716"/>
                <a:gd name="connsiteX137" fmla="*/ 3732361 w 6858001"/>
                <a:gd name="connsiteY137" fmla="*/ 853190 h 874716"/>
                <a:gd name="connsiteX138" fmla="*/ 3683591 w 6858001"/>
                <a:gd name="connsiteY138" fmla="*/ 862906 h 874716"/>
                <a:gd name="connsiteX139" fmla="*/ 3623201 w 6858001"/>
                <a:gd name="connsiteY139" fmla="*/ 866334 h 874716"/>
                <a:gd name="connsiteX140" fmla="*/ 3546617 w 6858001"/>
                <a:gd name="connsiteY140" fmla="*/ 874716 h 874716"/>
                <a:gd name="connsiteX141" fmla="*/ 3485275 w 6858001"/>
                <a:gd name="connsiteY141" fmla="*/ 864238 h 874716"/>
                <a:gd name="connsiteX142" fmla="*/ 3399546 w 6858001"/>
                <a:gd name="connsiteY142" fmla="*/ 848618 h 874716"/>
                <a:gd name="connsiteX143" fmla="*/ 3318771 w 6858001"/>
                <a:gd name="connsiteY143" fmla="*/ 833757 h 874716"/>
                <a:gd name="connsiteX144" fmla="*/ 3293244 w 6858001"/>
                <a:gd name="connsiteY144" fmla="*/ 851284 h 874716"/>
                <a:gd name="connsiteX145" fmla="*/ 3253809 w 6858001"/>
                <a:gd name="connsiteY145" fmla="*/ 866524 h 874716"/>
                <a:gd name="connsiteX146" fmla="*/ 3209993 w 6858001"/>
                <a:gd name="connsiteY146" fmla="*/ 848235 h 874716"/>
                <a:gd name="connsiteX147" fmla="*/ 3107500 w 6858001"/>
                <a:gd name="connsiteY147" fmla="*/ 810326 h 874716"/>
                <a:gd name="connsiteX148" fmla="*/ 3042728 w 6858001"/>
                <a:gd name="connsiteY148" fmla="*/ 808610 h 874716"/>
                <a:gd name="connsiteX149" fmla="*/ 2901943 w 6858001"/>
                <a:gd name="connsiteY149" fmla="*/ 792418 h 874716"/>
                <a:gd name="connsiteX150" fmla="*/ 2809930 w 6858001"/>
                <a:gd name="connsiteY150" fmla="*/ 769367 h 874716"/>
                <a:gd name="connsiteX151" fmla="*/ 2743826 w 6858001"/>
                <a:gd name="connsiteY151" fmla="*/ 743268 h 874716"/>
                <a:gd name="connsiteX152" fmla="*/ 2649143 w 6858001"/>
                <a:gd name="connsiteY152" fmla="*/ 709167 h 874716"/>
                <a:gd name="connsiteX153" fmla="*/ 2554079 w 6858001"/>
                <a:gd name="connsiteY153" fmla="*/ 691450 h 874716"/>
                <a:gd name="connsiteX154" fmla="*/ 2485307 w 6858001"/>
                <a:gd name="connsiteY154" fmla="*/ 669160 h 874716"/>
                <a:gd name="connsiteX155" fmla="*/ 2401292 w 6858001"/>
                <a:gd name="connsiteY155" fmla="*/ 653919 h 874716"/>
                <a:gd name="connsiteX156" fmla="*/ 2330806 w 6858001"/>
                <a:gd name="connsiteY156" fmla="*/ 653349 h 874716"/>
                <a:gd name="connsiteX157" fmla="*/ 2220312 w 6858001"/>
                <a:gd name="connsiteY157" fmla="*/ 656015 h 874716"/>
                <a:gd name="connsiteX158" fmla="*/ 2085054 w 6858001"/>
                <a:gd name="connsiteY158" fmla="*/ 609914 h 874716"/>
                <a:gd name="connsiteX159" fmla="*/ 2030378 w 6858001"/>
                <a:gd name="connsiteY159" fmla="*/ 599625 h 874716"/>
                <a:gd name="connsiteX160" fmla="*/ 1978940 w 6858001"/>
                <a:gd name="connsiteY160" fmla="*/ 594863 h 874716"/>
                <a:gd name="connsiteX161" fmla="*/ 1869780 w 6858001"/>
                <a:gd name="connsiteY161" fmla="*/ 564192 h 874716"/>
                <a:gd name="connsiteX162" fmla="*/ 1825393 w 6858001"/>
                <a:gd name="connsiteY162" fmla="*/ 554094 h 874716"/>
                <a:gd name="connsiteX163" fmla="*/ 1763287 w 6858001"/>
                <a:gd name="connsiteY163" fmla="*/ 554286 h 874716"/>
                <a:gd name="connsiteX164" fmla="*/ 1650317 w 6858001"/>
                <a:gd name="connsiteY164" fmla="*/ 540187 h 874716"/>
                <a:gd name="connsiteX165" fmla="*/ 1537537 w 6858001"/>
                <a:gd name="connsiteY165" fmla="*/ 499038 h 874716"/>
                <a:gd name="connsiteX166" fmla="*/ 1489720 w 6858001"/>
                <a:gd name="connsiteY166" fmla="*/ 503038 h 874716"/>
                <a:gd name="connsiteX167" fmla="*/ 1472575 w 6858001"/>
                <a:gd name="connsiteY167" fmla="*/ 502086 h 874716"/>
                <a:gd name="connsiteX168" fmla="*/ 1318456 w 6858001"/>
                <a:gd name="connsiteY168" fmla="*/ 479415 h 874716"/>
                <a:gd name="connsiteX169" fmla="*/ 1303024 w 6858001"/>
                <a:gd name="connsiteY169" fmla="*/ 476939 h 874716"/>
                <a:gd name="connsiteX170" fmla="*/ 1230633 w 6858001"/>
                <a:gd name="connsiteY170" fmla="*/ 456746 h 874716"/>
                <a:gd name="connsiteX171" fmla="*/ 1048125 w 6858001"/>
                <a:gd name="connsiteY171" fmla="*/ 444172 h 874716"/>
                <a:gd name="connsiteX172" fmla="*/ 1036887 w 6858001"/>
                <a:gd name="connsiteY172" fmla="*/ 442648 h 874716"/>
                <a:gd name="connsiteX173" fmla="*/ 975733 w 6858001"/>
                <a:gd name="connsiteY173" fmla="*/ 452744 h 874716"/>
                <a:gd name="connsiteX174" fmla="*/ 945444 w 6858001"/>
                <a:gd name="connsiteY174" fmla="*/ 467033 h 874716"/>
                <a:gd name="connsiteX175" fmla="*/ 898198 w 6858001"/>
                <a:gd name="connsiteY175" fmla="*/ 481893 h 874716"/>
                <a:gd name="connsiteX176" fmla="*/ 850189 w 6858001"/>
                <a:gd name="connsiteY176" fmla="*/ 487417 h 874716"/>
                <a:gd name="connsiteX177" fmla="*/ 769605 w 6858001"/>
                <a:gd name="connsiteY177" fmla="*/ 464937 h 874716"/>
                <a:gd name="connsiteX178" fmla="*/ 740268 w 6858001"/>
                <a:gd name="connsiteY178" fmla="*/ 462651 h 874716"/>
                <a:gd name="connsiteX179" fmla="*/ 674923 w 6858001"/>
                <a:gd name="connsiteY179" fmla="*/ 451792 h 874716"/>
                <a:gd name="connsiteX180" fmla="*/ 617772 w 6858001"/>
                <a:gd name="connsiteY180" fmla="*/ 452554 h 874716"/>
                <a:gd name="connsiteX181" fmla="*/ 571860 w 6858001"/>
                <a:gd name="connsiteY181" fmla="*/ 469891 h 874716"/>
                <a:gd name="connsiteX182" fmla="*/ 505182 w 6858001"/>
                <a:gd name="connsiteY182" fmla="*/ 473319 h 874716"/>
                <a:gd name="connsiteX183" fmla="*/ 462126 w 6858001"/>
                <a:gd name="connsiteY183" fmla="*/ 460747 h 874716"/>
                <a:gd name="connsiteX184" fmla="*/ 453364 w 6858001"/>
                <a:gd name="connsiteY184" fmla="*/ 459033 h 874716"/>
                <a:gd name="connsiteX185" fmla="*/ 340774 w 6858001"/>
                <a:gd name="connsiteY185" fmla="*/ 458268 h 874716"/>
                <a:gd name="connsiteX186" fmla="*/ 200182 w 6858001"/>
                <a:gd name="connsiteY186" fmla="*/ 496180 h 874716"/>
                <a:gd name="connsiteX187" fmla="*/ 176939 w 6858001"/>
                <a:gd name="connsiteY187" fmla="*/ 504182 h 874716"/>
                <a:gd name="connsiteX188" fmla="*/ 63587 w 6858001"/>
                <a:gd name="connsiteY188" fmla="*/ 518088 h 874716"/>
                <a:gd name="connsiteX189" fmla="*/ 2817 w 6858001"/>
                <a:gd name="connsiteY189" fmla="*/ 532187 h 874716"/>
                <a:gd name="connsiteX190" fmla="*/ 0 w 6858001"/>
                <a:gd name="connsiteY190" fmla="*/ 533314 h 874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</a:cxnLst>
              <a:rect l="l" t="t" r="r" b="b"/>
              <a:pathLst>
                <a:path w="6858001" h="874716">
                  <a:moveTo>
                    <a:pt x="0" y="533314"/>
                  </a:moveTo>
                  <a:lnTo>
                    <a:pt x="0" y="69206"/>
                  </a:lnTo>
                  <a:lnTo>
                    <a:pt x="21486" y="71924"/>
                  </a:lnTo>
                  <a:cubicBezTo>
                    <a:pt x="92546" y="60493"/>
                    <a:pt x="159604" y="87354"/>
                    <a:pt x="228948" y="88116"/>
                  </a:cubicBezTo>
                  <a:cubicBezTo>
                    <a:pt x="260382" y="88496"/>
                    <a:pt x="291435" y="94592"/>
                    <a:pt x="313533" y="62779"/>
                  </a:cubicBezTo>
                  <a:cubicBezTo>
                    <a:pt x="316389" y="58587"/>
                    <a:pt x="330298" y="60873"/>
                    <a:pt x="338870" y="62207"/>
                  </a:cubicBezTo>
                  <a:cubicBezTo>
                    <a:pt x="357921" y="65066"/>
                    <a:pt x="376781" y="72304"/>
                    <a:pt x="395640" y="72114"/>
                  </a:cubicBezTo>
                  <a:cubicBezTo>
                    <a:pt x="434695" y="71924"/>
                    <a:pt x="473939" y="68876"/>
                    <a:pt x="512802" y="65446"/>
                  </a:cubicBezTo>
                  <a:cubicBezTo>
                    <a:pt x="527470" y="64112"/>
                    <a:pt x="541569" y="58969"/>
                    <a:pt x="556047" y="55349"/>
                  </a:cubicBezTo>
                  <a:cubicBezTo>
                    <a:pt x="564048" y="53253"/>
                    <a:pt x="572622" y="47729"/>
                    <a:pt x="580050" y="48871"/>
                  </a:cubicBezTo>
                  <a:cubicBezTo>
                    <a:pt x="623106" y="55539"/>
                    <a:pt x="662541" y="39157"/>
                    <a:pt x="703308" y="30964"/>
                  </a:cubicBezTo>
                  <a:cubicBezTo>
                    <a:pt x="722169" y="27154"/>
                    <a:pt x="739886" y="18010"/>
                    <a:pt x="758174" y="11724"/>
                  </a:cubicBezTo>
                  <a:cubicBezTo>
                    <a:pt x="762936" y="10008"/>
                    <a:pt x="768271" y="8484"/>
                    <a:pt x="773035" y="8866"/>
                  </a:cubicBezTo>
                  <a:cubicBezTo>
                    <a:pt x="800276" y="11152"/>
                    <a:pt x="827329" y="14390"/>
                    <a:pt x="854379" y="16866"/>
                  </a:cubicBezTo>
                  <a:cubicBezTo>
                    <a:pt x="878956" y="19152"/>
                    <a:pt x="903722" y="19914"/>
                    <a:pt x="915343" y="47919"/>
                  </a:cubicBezTo>
                  <a:cubicBezTo>
                    <a:pt x="917059" y="52301"/>
                    <a:pt x="922773" y="55539"/>
                    <a:pt x="927155" y="58397"/>
                  </a:cubicBezTo>
                  <a:cubicBezTo>
                    <a:pt x="994785" y="102405"/>
                    <a:pt x="1030980" y="101261"/>
                    <a:pt x="1097087" y="54777"/>
                  </a:cubicBezTo>
                  <a:cubicBezTo>
                    <a:pt x="1103945" y="50015"/>
                    <a:pt x="1118613" y="46585"/>
                    <a:pt x="1123185" y="50395"/>
                  </a:cubicBezTo>
                  <a:cubicBezTo>
                    <a:pt x="1162049" y="82020"/>
                    <a:pt x="1204532" y="78590"/>
                    <a:pt x="1249302" y="68684"/>
                  </a:cubicBezTo>
                  <a:cubicBezTo>
                    <a:pt x="1260922" y="66018"/>
                    <a:pt x="1277307" y="66018"/>
                    <a:pt x="1286069" y="72304"/>
                  </a:cubicBezTo>
                  <a:cubicBezTo>
                    <a:pt x="1327790" y="101451"/>
                    <a:pt x="1372560" y="97261"/>
                    <a:pt x="1417899" y="88688"/>
                  </a:cubicBezTo>
                  <a:cubicBezTo>
                    <a:pt x="1424948" y="87354"/>
                    <a:pt x="1433522" y="80114"/>
                    <a:pt x="1436568" y="73448"/>
                  </a:cubicBezTo>
                  <a:cubicBezTo>
                    <a:pt x="1447428" y="49825"/>
                    <a:pt x="1467813" y="41823"/>
                    <a:pt x="1490292" y="35154"/>
                  </a:cubicBezTo>
                  <a:cubicBezTo>
                    <a:pt x="1525727" y="24296"/>
                    <a:pt x="1560588" y="11532"/>
                    <a:pt x="1596213" y="1245"/>
                  </a:cubicBezTo>
                  <a:cubicBezTo>
                    <a:pt x="1604978" y="-1231"/>
                    <a:pt x="1615836" y="293"/>
                    <a:pt x="1624980" y="3150"/>
                  </a:cubicBezTo>
                  <a:cubicBezTo>
                    <a:pt x="1656223" y="12866"/>
                    <a:pt x="1676036" y="37251"/>
                    <a:pt x="1697753" y="59731"/>
                  </a:cubicBezTo>
                  <a:cubicBezTo>
                    <a:pt x="1707279" y="69638"/>
                    <a:pt x="1720423" y="76686"/>
                    <a:pt x="1733188" y="82400"/>
                  </a:cubicBezTo>
                  <a:cubicBezTo>
                    <a:pt x="1766335" y="97071"/>
                    <a:pt x="1800246" y="110215"/>
                    <a:pt x="1833775" y="124121"/>
                  </a:cubicBezTo>
                  <a:cubicBezTo>
                    <a:pt x="1837013" y="125455"/>
                    <a:pt x="1839679" y="128884"/>
                    <a:pt x="1842158" y="131742"/>
                  </a:cubicBezTo>
                  <a:cubicBezTo>
                    <a:pt x="1866922" y="161843"/>
                    <a:pt x="1891497" y="192132"/>
                    <a:pt x="1916454" y="222233"/>
                  </a:cubicBezTo>
                  <a:cubicBezTo>
                    <a:pt x="1921216" y="227947"/>
                    <a:pt x="1928076" y="232139"/>
                    <a:pt x="1933219" y="237663"/>
                  </a:cubicBezTo>
                  <a:cubicBezTo>
                    <a:pt x="1940459" y="245283"/>
                    <a:pt x="1949603" y="252524"/>
                    <a:pt x="1953413" y="261668"/>
                  </a:cubicBezTo>
                  <a:cubicBezTo>
                    <a:pt x="1965224" y="290433"/>
                    <a:pt x="1987894" y="302817"/>
                    <a:pt x="2016469" y="308151"/>
                  </a:cubicBezTo>
                  <a:cubicBezTo>
                    <a:pt x="2042570" y="313104"/>
                    <a:pt x="2068669" y="317296"/>
                    <a:pt x="2094578" y="323010"/>
                  </a:cubicBezTo>
                  <a:cubicBezTo>
                    <a:pt x="2126201" y="329868"/>
                    <a:pt x="2157636" y="337298"/>
                    <a:pt x="2188879" y="345681"/>
                  </a:cubicBezTo>
                  <a:cubicBezTo>
                    <a:pt x="2202404" y="349301"/>
                    <a:pt x="2216692" y="353491"/>
                    <a:pt x="2228314" y="360921"/>
                  </a:cubicBezTo>
                  <a:cubicBezTo>
                    <a:pt x="2260890" y="381496"/>
                    <a:pt x="2295753" y="395402"/>
                    <a:pt x="2334044" y="389878"/>
                  </a:cubicBezTo>
                  <a:cubicBezTo>
                    <a:pt x="2364715" y="385496"/>
                    <a:pt x="2390434" y="396736"/>
                    <a:pt x="2409485" y="414263"/>
                  </a:cubicBezTo>
                  <a:cubicBezTo>
                    <a:pt x="2444158" y="446078"/>
                    <a:pt x="2481305" y="438838"/>
                    <a:pt x="2518264" y="428552"/>
                  </a:cubicBezTo>
                  <a:cubicBezTo>
                    <a:pt x="2537315" y="423217"/>
                    <a:pt x="2552935" y="423979"/>
                    <a:pt x="2571034" y="429122"/>
                  </a:cubicBezTo>
                  <a:cubicBezTo>
                    <a:pt x="2612945" y="441124"/>
                    <a:pt x="2640950" y="473701"/>
                    <a:pt x="2668001" y="502276"/>
                  </a:cubicBezTo>
                  <a:cubicBezTo>
                    <a:pt x="2691054" y="526661"/>
                    <a:pt x="2716963" y="540377"/>
                    <a:pt x="2745348" y="550666"/>
                  </a:cubicBezTo>
                  <a:cubicBezTo>
                    <a:pt x="2781163" y="563810"/>
                    <a:pt x="2809548" y="558858"/>
                    <a:pt x="2826694" y="527233"/>
                  </a:cubicBezTo>
                  <a:cubicBezTo>
                    <a:pt x="2831457" y="518278"/>
                    <a:pt x="2839839" y="507800"/>
                    <a:pt x="2848793" y="505134"/>
                  </a:cubicBezTo>
                  <a:cubicBezTo>
                    <a:pt x="2892037" y="491800"/>
                    <a:pt x="2935854" y="472367"/>
                    <a:pt x="2982148" y="484179"/>
                  </a:cubicBezTo>
                  <a:cubicBezTo>
                    <a:pt x="3046158" y="500372"/>
                    <a:pt x="3108644" y="499420"/>
                    <a:pt x="3172654" y="483417"/>
                  </a:cubicBezTo>
                  <a:cubicBezTo>
                    <a:pt x="3276480" y="457508"/>
                    <a:pt x="3380305" y="430076"/>
                    <a:pt x="3489467" y="435790"/>
                  </a:cubicBezTo>
                  <a:cubicBezTo>
                    <a:pt x="3507563" y="436742"/>
                    <a:pt x="3529090" y="425121"/>
                    <a:pt x="3544713" y="413691"/>
                  </a:cubicBezTo>
                  <a:cubicBezTo>
                    <a:pt x="3574622" y="391974"/>
                    <a:pt x="3573288" y="390258"/>
                    <a:pt x="3606817" y="408167"/>
                  </a:cubicBezTo>
                  <a:cubicBezTo>
                    <a:pt x="3614819" y="412549"/>
                    <a:pt x="3624725" y="415215"/>
                    <a:pt x="3630632" y="421693"/>
                  </a:cubicBezTo>
                  <a:cubicBezTo>
                    <a:pt x="3660731" y="454650"/>
                    <a:pt x="3697880" y="446648"/>
                    <a:pt x="3734837" y="441886"/>
                  </a:cubicBezTo>
                  <a:cubicBezTo>
                    <a:pt x="3741315" y="440934"/>
                    <a:pt x="3749125" y="439600"/>
                    <a:pt x="3754652" y="442268"/>
                  </a:cubicBezTo>
                  <a:cubicBezTo>
                    <a:pt x="3779607" y="454268"/>
                    <a:pt x="3800753" y="450078"/>
                    <a:pt x="3822472" y="433694"/>
                  </a:cubicBezTo>
                  <a:cubicBezTo>
                    <a:pt x="3841331" y="419597"/>
                    <a:pt x="3863049" y="411215"/>
                    <a:pt x="3885338" y="428742"/>
                  </a:cubicBezTo>
                  <a:cubicBezTo>
                    <a:pt x="3934870" y="467605"/>
                    <a:pt x="3987829" y="469509"/>
                    <a:pt x="4043839" y="444934"/>
                  </a:cubicBezTo>
                  <a:cubicBezTo>
                    <a:pt x="4083845" y="427407"/>
                    <a:pt x="4123280" y="423407"/>
                    <a:pt x="4165383" y="441124"/>
                  </a:cubicBezTo>
                  <a:cubicBezTo>
                    <a:pt x="4181576" y="447982"/>
                    <a:pt x="4202531" y="443410"/>
                    <a:pt x="4221391" y="444934"/>
                  </a:cubicBezTo>
                  <a:cubicBezTo>
                    <a:pt x="4232060" y="445696"/>
                    <a:pt x="4243872" y="445886"/>
                    <a:pt x="4253014" y="450650"/>
                  </a:cubicBezTo>
                  <a:cubicBezTo>
                    <a:pt x="4277401" y="462843"/>
                    <a:pt x="4300070" y="478463"/>
                    <a:pt x="4324645" y="490466"/>
                  </a:cubicBezTo>
                  <a:cubicBezTo>
                    <a:pt x="4336457" y="496180"/>
                    <a:pt x="4350554" y="499228"/>
                    <a:pt x="4363890" y="499420"/>
                  </a:cubicBezTo>
                  <a:cubicBezTo>
                    <a:pt x="4403325" y="500372"/>
                    <a:pt x="4442761" y="500372"/>
                    <a:pt x="4482004" y="498658"/>
                  </a:cubicBezTo>
                  <a:cubicBezTo>
                    <a:pt x="4546776" y="495990"/>
                    <a:pt x="4612500" y="495418"/>
                    <a:pt x="4659174" y="438648"/>
                  </a:cubicBezTo>
                  <a:cubicBezTo>
                    <a:pt x="4662986" y="434076"/>
                    <a:pt x="4671176" y="431408"/>
                    <a:pt x="4677655" y="430646"/>
                  </a:cubicBezTo>
                  <a:cubicBezTo>
                    <a:pt x="4707564" y="427027"/>
                    <a:pt x="4738235" y="426645"/>
                    <a:pt x="4767764" y="420739"/>
                  </a:cubicBezTo>
                  <a:cubicBezTo>
                    <a:pt x="4791386" y="415977"/>
                    <a:pt x="4811009" y="417501"/>
                    <a:pt x="4828916" y="434266"/>
                  </a:cubicBezTo>
                  <a:cubicBezTo>
                    <a:pt x="4852348" y="456364"/>
                    <a:pt x="4880925" y="469319"/>
                    <a:pt x="4912168" y="462271"/>
                  </a:cubicBezTo>
                  <a:cubicBezTo>
                    <a:pt x="4943409" y="455412"/>
                    <a:pt x="4963984" y="470271"/>
                    <a:pt x="4987037" y="485703"/>
                  </a:cubicBezTo>
                  <a:cubicBezTo>
                    <a:pt x="5003801" y="496942"/>
                    <a:pt x="5022852" y="511040"/>
                    <a:pt x="5041521" y="512182"/>
                  </a:cubicBezTo>
                  <a:cubicBezTo>
                    <a:pt x="5083814" y="514658"/>
                    <a:pt x="5120201" y="553904"/>
                    <a:pt x="5166113" y="531615"/>
                  </a:cubicBezTo>
                  <a:cubicBezTo>
                    <a:pt x="5169161" y="530091"/>
                    <a:pt x="5174685" y="533901"/>
                    <a:pt x="5179067" y="534853"/>
                  </a:cubicBezTo>
                  <a:cubicBezTo>
                    <a:pt x="5214121" y="542093"/>
                    <a:pt x="5247078" y="535043"/>
                    <a:pt x="5272796" y="511230"/>
                  </a:cubicBezTo>
                  <a:cubicBezTo>
                    <a:pt x="5306516" y="480177"/>
                    <a:pt x="5343855" y="477129"/>
                    <a:pt x="5385384" y="487227"/>
                  </a:cubicBezTo>
                  <a:cubicBezTo>
                    <a:pt x="5398721" y="490466"/>
                    <a:pt x="5412057" y="492752"/>
                    <a:pt x="5425582" y="495418"/>
                  </a:cubicBezTo>
                  <a:cubicBezTo>
                    <a:pt x="5443870" y="499228"/>
                    <a:pt x="5462351" y="503230"/>
                    <a:pt x="5480637" y="507040"/>
                  </a:cubicBezTo>
                  <a:cubicBezTo>
                    <a:pt x="5498356" y="510850"/>
                    <a:pt x="5517979" y="517326"/>
                    <a:pt x="5531693" y="500944"/>
                  </a:cubicBezTo>
                  <a:cubicBezTo>
                    <a:pt x="5543506" y="486845"/>
                    <a:pt x="5551888" y="488179"/>
                    <a:pt x="5562746" y="500372"/>
                  </a:cubicBezTo>
                  <a:cubicBezTo>
                    <a:pt x="5600467" y="543045"/>
                    <a:pt x="5646189" y="569716"/>
                    <a:pt x="5704483" y="571620"/>
                  </a:cubicBezTo>
                  <a:cubicBezTo>
                    <a:pt x="5716485" y="572002"/>
                    <a:pt x="5728678" y="574668"/>
                    <a:pt x="5740488" y="577526"/>
                  </a:cubicBezTo>
                  <a:cubicBezTo>
                    <a:pt x="5747728" y="579241"/>
                    <a:pt x="5756493" y="581147"/>
                    <a:pt x="5760873" y="586291"/>
                  </a:cubicBezTo>
                  <a:cubicBezTo>
                    <a:pt x="5794974" y="625534"/>
                    <a:pt x="5837457" y="652777"/>
                    <a:pt x="5883751" y="674686"/>
                  </a:cubicBezTo>
                  <a:cubicBezTo>
                    <a:pt x="5900323" y="682496"/>
                    <a:pt x="5918042" y="690306"/>
                    <a:pt x="5935949" y="692592"/>
                  </a:cubicBezTo>
                  <a:cubicBezTo>
                    <a:pt x="5954617" y="694878"/>
                    <a:pt x="5974240" y="691068"/>
                    <a:pt x="5993291" y="688972"/>
                  </a:cubicBezTo>
                  <a:cubicBezTo>
                    <a:pt x="6004531" y="687830"/>
                    <a:pt x="6017485" y="688020"/>
                    <a:pt x="6026440" y="682496"/>
                  </a:cubicBezTo>
                  <a:cubicBezTo>
                    <a:pt x="6054825" y="665159"/>
                    <a:pt x="6082258" y="646491"/>
                    <a:pt x="6108738" y="626296"/>
                  </a:cubicBezTo>
                  <a:cubicBezTo>
                    <a:pt x="6131409" y="608960"/>
                    <a:pt x="6135981" y="606483"/>
                    <a:pt x="6155602" y="628202"/>
                  </a:cubicBezTo>
                  <a:cubicBezTo>
                    <a:pt x="6175797" y="650491"/>
                    <a:pt x="6200944" y="662111"/>
                    <a:pt x="6228756" y="666873"/>
                  </a:cubicBezTo>
                  <a:cubicBezTo>
                    <a:pt x="6272764" y="674304"/>
                    <a:pt x="6317151" y="680590"/>
                    <a:pt x="6361539" y="684210"/>
                  </a:cubicBezTo>
                  <a:cubicBezTo>
                    <a:pt x="6401736" y="687448"/>
                    <a:pt x="6420977" y="669922"/>
                    <a:pt x="6428979" y="630106"/>
                  </a:cubicBezTo>
                  <a:cubicBezTo>
                    <a:pt x="6433551" y="608007"/>
                    <a:pt x="6439458" y="584003"/>
                    <a:pt x="6463840" y="578098"/>
                  </a:cubicBezTo>
                  <a:cubicBezTo>
                    <a:pt x="6503658" y="568572"/>
                    <a:pt x="6544997" y="564382"/>
                    <a:pt x="6564620" y="517708"/>
                  </a:cubicBezTo>
                  <a:cubicBezTo>
                    <a:pt x="6575478" y="527995"/>
                    <a:pt x="6582146" y="534091"/>
                    <a:pt x="6588625" y="540187"/>
                  </a:cubicBezTo>
                  <a:cubicBezTo>
                    <a:pt x="6606531" y="557142"/>
                    <a:pt x="6643678" y="564382"/>
                    <a:pt x="6662541" y="549714"/>
                  </a:cubicBezTo>
                  <a:cubicBezTo>
                    <a:pt x="6690354" y="528377"/>
                    <a:pt x="6715883" y="532377"/>
                    <a:pt x="6742552" y="548952"/>
                  </a:cubicBezTo>
                  <a:cubicBezTo>
                    <a:pt x="6764841" y="562668"/>
                    <a:pt x="6788417" y="567954"/>
                    <a:pt x="6812063" y="568430"/>
                  </a:cubicBezTo>
                  <a:lnTo>
                    <a:pt x="6858001" y="562267"/>
                  </a:lnTo>
                  <a:lnTo>
                    <a:pt x="6858001" y="734520"/>
                  </a:lnTo>
                  <a:lnTo>
                    <a:pt x="6815516" y="744220"/>
                  </a:lnTo>
                  <a:cubicBezTo>
                    <a:pt x="6793035" y="749744"/>
                    <a:pt x="6771319" y="759651"/>
                    <a:pt x="6748458" y="763271"/>
                  </a:cubicBezTo>
                  <a:cubicBezTo>
                    <a:pt x="6694164" y="771843"/>
                    <a:pt x="6639488" y="777939"/>
                    <a:pt x="6584812" y="784797"/>
                  </a:cubicBezTo>
                  <a:cubicBezTo>
                    <a:pt x="6528424" y="791846"/>
                    <a:pt x="6472225" y="799276"/>
                    <a:pt x="6415833" y="805562"/>
                  </a:cubicBezTo>
                  <a:cubicBezTo>
                    <a:pt x="6384972" y="808802"/>
                    <a:pt x="6353919" y="809372"/>
                    <a:pt x="6323058" y="812420"/>
                  </a:cubicBezTo>
                  <a:cubicBezTo>
                    <a:pt x="6296005" y="815088"/>
                    <a:pt x="6269144" y="820041"/>
                    <a:pt x="6242093" y="823281"/>
                  </a:cubicBezTo>
                  <a:cubicBezTo>
                    <a:pt x="6218660" y="825947"/>
                    <a:pt x="6195037" y="827471"/>
                    <a:pt x="6171605" y="830139"/>
                  </a:cubicBezTo>
                  <a:cubicBezTo>
                    <a:pt x="6134075" y="834519"/>
                    <a:pt x="6096736" y="839473"/>
                    <a:pt x="6059397" y="844045"/>
                  </a:cubicBezTo>
                  <a:cubicBezTo>
                    <a:pt x="6043776" y="845759"/>
                    <a:pt x="6027392" y="850522"/>
                    <a:pt x="6012723" y="847665"/>
                  </a:cubicBezTo>
                  <a:cubicBezTo>
                    <a:pt x="5975764" y="840425"/>
                    <a:pt x="5939377" y="842521"/>
                    <a:pt x="5902610" y="847473"/>
                  </a:cubicBezTo>
                  <a:cubicBezTo>
                    <a:pt x="5890037" y="849190"/>
                    <a:pt x="5876511" y="848808"/>
                    <a:pt x="5864318" y="845569"/>
                  </a:cubicBezTo>
                  <a:cubicBezTo>
                    <a:pt x="5839361" y="839091"/>
                    <a:pt x="5815169" y="829947"/>
                    <a:pt x="5790592" y="821947"/>
                  </a:cubicBezTo>
                  <a:cubicBezTo>
                    <a:pt x="5787924" y="820995"/>
                    <a:pt x="5784686" y="820803"/>
                    <a:pt x="5781830" y="820233"/>
                  </a:cubicBezTo>
                  <a:cubicBezTo>
                    <a:pt x="5765635" y="816992"/>
                    <a:pt x="5749634" y="813754"/>
                    <a:pt x="5733440" y="810896"/>
                  </a:cubicBezTo>
                  <a:cubicBezTo>
                    <a:pt x="5724678" y="809372"/>
                    <a:pt x="5715723" y="809182"/>
                    <a:pt x="5706959" y="807848"/>
                  </a:cubicBezTo>
                  <a:cubicBezTo>
                    <a:pt x="5673050" y="802514"/>
                    <a:pt x="5635711" y="811468"/>
                    <a:pt x="5606372" y="788417"/>
                  </a:cubicBezTo>
                  <a:cubicBezTo>
                    <a:pt x="5587321" y="773557"/>
                    <a:pt x="5568842" y="776987"/>
                    <a:pt x="5548460" y="779273"/>
                  </a:cubicBezTo>
                  <a:cubicBezTo>
                    <a:pt x="5533027" y="780987"/>
                    <a:pt x="5517215" y="780415"/>
                    <a:pt x="5501594" y="780607"/>
                  </a:cubicBezTo>
                  <a:cubicBezTo>
                    <a:pt x="5474161" y="781177"/>
                    <a:pt x="5446728" y="781369"/>
                    <a:pt x="5419295" y="782321"/>
                  </a:cubicBezTo>
                  <a:cubicBezTo>
                    <a:pt x="5410531" y="782701"/>
                    <a:pt x="5401579" y="787465"/>
                    <a:pt x="5393005" y="786703"/>
                  </a:cubicBezTo>
                  <a:cubicBezTo>
                    <a:pt x="5353379" y="783083"/>
                    <a:pt x="5313754" y="777367"/>
                    <a:pt x="5274129" y="774129"/>
                  </a:cubicBezTo>
                  <a:cubicBezTo>
                    <a:pt x="5251650" y="772225"/>
                    <a:pt x="5228597" y="775843"/>
                    <a:pt x="5206308" y="773177"/>
                  </a:cubicBezTo>
                  <a:cubicBezTo>
                    <a:pt x="5180591" y="770129"/>
                    <a:pt x="5155445" y="762319"/>
                    <a:pt x="5129916" y="757554"/>
                  </a:cubicBezTo>
                  <a:cubicBezTo>
                    <a:pt x="5122867" y="756222"/>
                    <a:pt x="5115057" y="757936"/>
                    <a:pt x="5107627" y="758316"/>
                  </a:cubicBezTo>
                  <a:cubicBezTo>
                    <a:pt x="5099245" y="758699"/>
                    <a:pt x="5091052" y="759461"/>
                    <a:pt x="5082670" y="759651"/>
                  </a:cubicBezTo>
                  <a:cubicBezTo>
                    <a:pt x="5057141" y="760033"/>
                    <a:pt x="5031614" y="759461"/>
                    <a:pt x="5006086" y="760795"/>
                  </a:cubicBezTo>
                  <a:cubicBezTo>
                    <a:pt x="4990465" y="761557"/>
                    <a:pt x="4974082" y="769367"/>
                    <a:pt x="4959602" y="766509"/>
                  </a:cubicBezTo>
                  <a:cubicBezTo>
                    <a:pt x="4930075" y="760985"/>
                    <a:pt x="4900546" y="773367"/>
                    <a:pt x="4871019" y="763081"/>
                  </a:cubicBezTo>
                  <a:cubicBezTo>
                    <a:pt x="4861873" y="760033"/>
                    <a:pt x="4849300" y="767653"/>
                    <a:pt x="4838250" y="768033"/>
                  </a:cubicBezTo>
                  <a:cubicBezTo>
                    <a:pt x="4810627" y="768985"/>
                    <a:pt x="4783004" y="768795"/>
                    <a:pt x="4755381" y="768605"/>
                  </a:cubicBezTo>
                  <a:cubicBezTo>
                    <a:pt x="4730614" y="768415"/>
                    <a:pt x="4704895" y="771081"/>
                    <a:pt x="4681083" y="765747"/>
                  </a:cubicBezTo>
                  <a:cubicBezTo>
                    <a:pt x="4656126" y="760033"/>
                    <a:pt x="4633647" y="760795"/>
                    <a:pt x="4609452" y="767271"/>
                  </a:cubicBezTo>
                  <a:cubicBezTo>
                    <a:pt x="4592878" y="771653"/>
                    <a:pt x="4575351" y="772225"/>
                    <a:pt x="4558207" y="773557"/>
                  </a:cubicBezTo>
                  <a:cubicBezTo>
                    <a:pt x="4539728" y="775081"/>
                    <a:pt x="4519343" y="771081"/>
                    <a:pt x="4502579" y="777367"/>
                  </a:cubicBezTo>
                  <a:cubicBezTo>
                    <a:pt x="4452665" y="796038"/>
                    <a:pt x="4401419" y="800038"/>
                    <a:pt x="4349222" y="800038"/>
                  </a:cubicBezTo>
                  <a:cubicBezTo>
                    <a:pt x="4339695" y="800038"/>
                    <a:pt x="4329979" y="797372"/>
                    <a:pt x="4320837" y="794514"/>
                  </a:cubicBezTo>
                  <a:cubicBezTo>
                    <a:pt x="4267493" y="777367"/>
                    <a:pt x="4213961" y="778891"/>
                    <a:pt x="4159667" y="789370"/>
                  </a:cubicBezTo>
                  <a:cubicBezTo>
                    <a:pt x="4148427" y="791656"/>
                    <a:pt x="4135854" y="792038"/>
                    <a:pt x="4124614" y="789752"/>
                  </a:cubicBezTo>
                  <a:cubicBezTo>
                    <a:pt x="4092989" y="783083"/>
                    <a:pt x="4062318" y="772033"/>
                    <a:pt x="4030503" y="767271"/>
                  </a:cubicBezTo>
                  <a:cubicBezTo>
                    <a:pt x="3977925" y="759461"/>
                    <a:pt x="3932394" y="785749"/>
                    <a:pt x="3885338" y="802896"/>
                  </a:cubicBezTo>
                  <a:cubicBezTo>
                    <a:pt x="3840569" y="819089"/>
                    <a:pt x="3802467" y="855666"/>
                    <a:pt x="3749506" y="847473"/>
                  </a:cubicBezTo>
                  <a:cubicBezTo>
                    <a:pt x="3744173" y="846711"/>
                    <a:pt x="3738267" y="851856"/>
                    <a:pt x="3732361" y="853190"/>
                  </a:cubicBezTo>
                  <a:cubicBezTo>
                    <a:pt x="3716168" y="856810"/>
                    <a:pt x="3699976" y="861190"/>
                    <a:pt x="3683591" y="862906"/>
                  </a:cubicBezTo>
                  <a:cubicBezTo>
                    <a:pt x="3663589" y="865192"/>
                    <a:pt x="3643204" y="864430"/>
                    <a:pt x="3623201" y="866334"/>
                  </a:cubicBezTo>
                  <a:cubicBezTo>
                    <a:pt x="3597482" y="868620"/>
                    <a:pt x="3572146" y="874716"/>
                    <a:pt x="3546617" y="874716"/>
                  </a:cubicBezTo>
                  <a:cubicBezTo>
                    <a:pt x="3526042" y="874716"/>
                    <a:pt x="3505657" y="867668"/>
                    <a:pt x="3485275" y="864238"/>
                  </a:cubicBezTo>
                  <a:cubicBezTo>
                    <a:pt x="3456508" y="859476"/>
                    <a:pt x="3424883" y="860810"/>
                    <a:pt x="3399546" y="848618"/>
                  </a:cubicBezTo>
                  <a:cubicBezTo>
                    <a:pt x="3372495" y="835663"/>
                    <a:pt x="3346776" y="829757"/>
                    <a:pt x="3318771" y="833757"/>
                  </a:cubicBezTo>
                  <a:cubicBezTo>
                    <a:pt x="3309437" y="835091"/>
                    <a:pt x="3297434" y="843093"/>
                    <a:pt x="3293244" y="851284"/>
                  </a:cubicBezTo>
                  <a:cubicBezTo>
                    <a:pt x="3283908" y="869572"/>
                    <a:pt x="3271145" y="872812"/>
                    <a:pt x="3253809" y="866524"/>
                  </a:cubicBezTo>
                  <a:cubicBezTo>
                    <a:pt x="3238758" y="861190"/>
                    <a:pt x="3220280" y="858524"/>
                    <a:pt x="3209993" y="848235"/>
                  </a:cubicBezTo>
                  <a:cubicBezTo>
                    <a:pt x="3180844" y="819089"/>
                    <a:pt x="3143695" y="818136"/>
                    <a:pt x="3107500" y="810326"/>
                  </a:cubicBezTo>
                  <a:cubicBezTo>
                    <a:pt x="3085403" y="805562"/>
                    <a:pt x="3064827" y="805372"/>
                    <a:pt x="3042728" y="808610"/>
                  </a:cubicBezTo>
                  <a:cubicBezTo>
                    <a:pt x="2994722" y="815850"/>
                    <a:pt x="2948047" y="805562"/>
                    <a:pt x="2901943" y="792418"/>
                  </a:cubicBezTo>
                  <a:cubicBezTo>
                    <a:pt x="2871462" y="783655"/>
                    <a:pt x="2840219" y="778321"/>
                    <a:pt x="2809930" y="769367"/>
                  </a:cubicBezTo>
                  <a:cubicBezTo>
                    <a:pt x="2787259" y="762509"/>
                    <a:pt x="2764590" y="754316"/>
                    <a:pt x="2743826" y="743268"/>
                  </a:cubicBezTo>
                  <a:cubicBezTo>
                    <a:pt x="2713723" y="727073"/>
                    <a:pt x="2687436" y="702689"/>
                    <a:pt x="2649143" y="709167"/>
                  </a:cubicBezTo>
                  <a:cubicBezTo>
                    <a:pt x="2615421" y="714881"/>
                    <a:pt x="2584942" y="702881"/>
                    <a:pt x="2554079" y="691450"/>
                  </a:cubicBezTo>
                  <a:cubicBezTo>
                    <a:pt x="2531409" y="683068"/>
                    <a:pt x="2508742" y="674494"/>
                    <a:pt x="2485307" y="669160"/>
                  </a:cubicBezTo>
                  <a:cubicBezTo>
                    <a:pt x="2457492" y="662873"/>
                    <a:pt x="2426059" y="665541"/>
                    <a:pt x="2401292" y="653919"/>
                  </a:cubicBezTo>
                  <a:cubicBezTo>
                    <a:pt x="2375383" y="641727"/>
                    <a:pt x="2353859" y="649919"/>
                    <a:pt x="2330806" y="653349"/>
                  </a:cubicBezTo>
                  <a:cubicBezTo>
                    <a:pt x="2294039" y="658683"/>
                    <a:pt x="2257459" y="668590"/>
                    <a:pt x="2220312" y="656015"/>
                  </a:cubicBezTo>
                  <a:cubicBezTo>
                    <a:pt x="2175163" y="640775"/>
                    <a:pt x="2130393" y="624392"/>
                    <a:pt x="2085054" y="609914"/>
                  </a:cubicBezTo>
                  <a:cubicBezTo>
                    <a:pt x="2067525" y="604387"/>
                    <a:pt x="2048668" y="602101"/>
                    <a:pt x="2030378" y="599625"/>
                  </a:cubicBezTo>
                  <a:cubicBezTo>
                    <a:pt x="2013043" y="597529"/>
                    <a:pt x="1992279" y="602863"/>
                    <a:pt x="1978940" y="594863"/>
                  </a:cubicBezTo>
                  <a:cubicBezTo>
                    <a:pt x="1944649" y="574288"/>
                    <a:pt x="1909408" y="564192"/>
                    <a:pt x="1869780" y="564192"/>
                  </a:cubicBezTo>
                  <a:cubicBezTo>
                    <a:pt x="1854920" y="564192"/>
                    <a:pt x="1840441" y="555618"/>
                    <a:pt x="1825393" y="554094"/>
                  </a:cubicBezTo>
                  <a:cubicBezTo>
                    <a:pt x="1804816" y="552190"/>
                    <a:pt x="1781194" y="547045"/>
                    <a:pt x="1763287" y="554286"/>
                  </a:cubicBezTo>
                  <a:cubicBezTo>
                    <a:pt x="1721185" y="571430"/>
                    <a:pt x="1687086" y="557142"/>
                    <a:pt x="1650317" y="540187"/>
                  </a:cubicBezTo>
                  <a:cubicBezTo>
                    <a:pt x="1614120" y="523423"/>
                    <a:pt x="1576019" y="510088"/>
                    <a:pt x="1537537" y="499038"/>
                  </a:cubicBezTo>
                  <a:cubicBezTo>
                    <a:pt x="1523059" y="495038"/>
                    <a:pt x="1505724" y="501706"/>
                    <a:pt x="1489720" y="503038"/>
                  </a:cubicBezTo>
                  <a:cubicBezTo>
                    <a:pt x="1484004" y="503420"/>
                    <a:pt x="1477717" y="503992"/>
                    <a:pt x="1472575" y="502086"/>
                  </a:cubicBezTo>
                  <a:cubicBezTo>
                    <a:pt x="1422854" y="483797"/>
                    <a:pt x="1372368" y="469891"/>
                    <a:pt x="1318456" y="479415"/>
                  </a:cubicBezTo>
                  <a:cubicBezTo>
                    <a:pt x="1313504" y="480369"/>
                    <a:pt x="1307978" y="478273"/>
                    <a:pt x="1303024" y="476939"/>
                  </a:cubicBezTo>
                  <a:cubicBezTo>
                    <a:pt x="1278829" y="470081"/>
                    <a:pt x="1255206" y="459223"/>
                    <a:pt x="1230633" y="456746"/>
                  </a:cubicBezTo>
                  <a:cubicBezTo>
                    <a:pt x="1170051" y="450650"/>
                    <a:pt x="1109091" y="448172"/>
                    <a:pt x="1048125" y="444172"/>
                  </a:cubicBezTo>
                  <a:cubicBezTo>
                    <a:pt x="1044315" y="443982"/>
                    <a:pt x="1040315" y="443982"/>
                    <a:pt x="1036887" y="442648"/>
                  </a:cubicBezTo>
                  <a:cubicBezTo>
                    <a:pt x="1014406" y="434456"/>
                    <a:pt x="994785" y="437124"/>
                    <a:pt x="975733" y="452744"/>
                  </a:cubicBezTo>
                  <a:cubicBezTo>
                    <a:pt x="967350" y="459603"/>
                    <a:pt x="955920" y="463223"/>
                    <a:pt x="945444" y="467033"/>
                  </a:cubicBezTo>
                  <a:cubicBezTo>
                    <a:pt x="930011" y="472749"/>
                    <a:pt x="914200" y="478273"/>
                    <a:pt x="898198" y="481893"/>
                  </a:cubicBezTo>
                  <a:cubicBezTo>
                    <a:pt x="882384" y="485321"/>
                    <a:pt x="865430" y="490084"/>
                    <a:pt x="850189" y="487417"/>
                  </a:cubicBezTo>
                  <a:cubicBezTo>
                    <a:pt x="822756" y="482655"/>
                    <a:pt x="796655" y="471987"/>
                    <a:pt x="769605" y="464937"/>
                  </a:cubicBezTo>
                  <a:cubicBezTo>
                    <a:pt x="760270" y="462461"/>
                    <a:pt x="749982" y="462843"/>
                    <a:pt x="740268" y="462651"/>
                  </a:cubicBezTo>
                  <a:cubicBezTo>
                    <a:pt x="717977" y="462081"/>
                    <a:pt x="695116" y="467605"/>
                    <a:pt x="674923" y="451792"/>
                  </a:cubicBezTo>
                  <a:cubicBezTo>
                    <a:pt x="656255" y="436934"/>
                    <a:pt x="637392" y="441314"/>
                    <a:pt x="617772" y="452554"/>
                  </a:cubicBezTo>
                  <a:cubicBezTo>
                    <a:pt x="603673" y="460557"/>
                    <a:pt x="587672" y="466843"/>
                    <a:pt x="571860" y="469891"/>
                  </a:cubicBezTo>
                  <a:cubicBezTo>
                    <a:pt x="550141" y="474081"/>
                    <a:pt x="528615" y="475797"/>
                    <a:pt x="505182" y="473319"/>
                  </a:cubicBezTo>
                  <a:cubicBezTo>
                    <a:pt x="488607" y="471605"/>
                    <a:pt x="475081" y="470843"/>
                    <a:pt x="462126" y="460747"/>
                  </a:cubicBezTo>
                  <a:cubicBezTo>
                    <a:pt x="460032" y="459223"/>
                    <a:pt x="456222" y="458841"/>
                    <a:pt x="453364" y="459033"/>
                  </a:cubicBezTo>
                  <a:cubicBezTo>
                    <a:pt x="415835" y="462271"/>
                    <a:pt x="378686" y="460557"/>
                    <a:pt x="340774" y="458268"/>
                  </a:cubicBezTo>
                  <a:cubicBezTo>
                    <a:pt x="292579" y="455222"/>
                    <a:pt x="241901" y="464175"/>
                    <a:pt x="200182" y="496180"/>
                  </a:cubicBezTo>
                  <a:cubicBezTo>
                    <a:pt x="194085" y="500944"/>
                    <a:pt x="184941" y="503038"/>
                    <a:pt x="176939" y="504182"/>
                  </a:cubicBezTo>
                  <a:cubicBezTo>
                    <a:pt x="139219" y="509134"/>
                    <a:pt x="101308" y="512564"/>
                    <a:pt x="63587" y="518088"/>
                  </a:cubicBezTo>
                  <a:cubicBezTo>
                    <a:pt x="43012" y="521137"/>
                    <a:pt x="21486" y="523805"/>
                    <a:pt x="2817" y="532187"/>
                  </a:cubicBezTo>
                  <a:lnTo>
                    <a:pt x="0" y="533314"/>
                  </a:ln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D072-2F55-3BD1-39ED-F0D232EBA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2401" y="3146399"/>
            <a:ext cx="6140449" cy="2821781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solidFill>
                  <a:schemeClr val="bg1"/>
                </a:solidFill>
              </a:rPr>
              <a:t>Student Dashboard</a:t>
            </a:r>
          </a:p>
          <a:p>
            <a:r>
              <a:rPr lang="en-US" dirty="0">
                <a:solidFill>
                  <a:schemeClr val="bg1"/>
                </a:solidFill>
              </a:rPr>
              <a:t>Faculty Dashboard</a:t>
            </a:r>
          </a:p>
          <a:p>
            <a:r>
              <a:rPr lang="en-US" dirty="0">
                <a:solidFill>
                  <a:schemeClr val="bg1"/>
                </a:solidFill>
              </a:rPr>
              <a:t>Login and Registration</a:t>
            </a:r>
          </a:p>
          <a:p>
            <a:r>
              <a:rPr lang="en-US" dirty="0">
                <a:solidFill>
                  <a:schemeClr val="bg1"/>
                </a:solidFill>
              </a:rPr>
              <a:t>AI Oral Pathology Tutor</a:t>
            </a:r>
          </a:p>
          <a:p>
            <a:r>
              <a:rPr lang="en-US" dirty="0">
                <a:solidFill>
                  <a:schemeClr val="bg1"/>
                </a:solidFill>
              </a:rPr>
              <a:t>Quiz Generator</a:t>
            </a:r>
          </a:p>
          <a:p>
            <a:r>
              <a:rPr lang="en-US" dirty="0">
                <a:solidFill>
                  <a:schemeClr val="bg1"/>
                </a:solidFill>
              </a:rPr>
              <a:t>PDF Upload System</a:t>
            </a:r>
          </a:p>
          <a:p>
            <a:r>
              <a:rPr lang="en-US" dirty="0">
                <a:solidFill>
                  <a:schemeClr val="bg1"/>
                </a:solidFill>
              </a:rPr>
              <a:t>AR Learning Module</a:t>
            </a:r>
          </a:p>
          <a:p>
            <a:r>
              <a:rPr lang="en-US" dirty="0">
                <a:solidFill>
                  <a:schemeClr val="bg1"/>
                </a:solidFill>
              </a:rPr>
              <a:t>3D Model Viewer</a:t>
            </a:r>
          </a:p>
          <a:p>
            <a:r>
              <a:rPr lang="en-US" dirty="0">
                <a:solidFill>
                  <a:schemeClr val="bg1"/>
                </a:solidFill>
              </a:rPr>
              <a:t>Performance Reports</a:t>
            </a:r>
          </a:p>
          <a:p>
            <a:endParaRPr lang="en-US" sz="1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030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84524344-6823-49EA-89D4-E36A82A9F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E74E-2F23-1974-2A2F-5A1FE4954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6088" y="1354820"/>
            <a:ext cx="8748712" cy="23699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Backend Layer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3F0465A-8953-42AC-8F67-7B9A54E660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6142518"/>
            <a:ext cx="10455568" cy="715482"/>
            <a:chOff x="0" y="6142518"/>
            <a:chExt cx="10455568" cy="715482"/>
          </a:xfrm>
          <a:effectLst>
            <a:outerShdw blurRad="381000" dist="152400" dir="16200000" algn="ctr" rotWithShape="0">
              <a:srgbClr val="000000">
                <a:alpha val="10000"/>
              </a:srgbClr>
            </a:outerShdw>
          </a:effectLst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CE1BBA-977A-4210-A80D-8A0BAAA18B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17789" y="6848400"/>
              <a:ext cx="153399" cy="9600"/>
            </a:xfrm>
            <a:custGeom>
              <a:avLst/>
              <a:gdLst>
                <a:gd name="connsiteX0" fmla="*/ 92746 w 153399"/>
                <a:gd name="connsiteY0" fmla="*/ 43 h 9600"/>
                <a:gd name="connsiteX1" fmla="*/ 144918 w 153399"/>
                <a:gd name="connsiteY1" fmla="*/ 6433 h 9600"/>
                <a:gd name="connsiteX2" fmla="*/ 153399 w 153399"/>
                <a:gd name="connsiteY2" fmla="*/ 9600 h 9600"/>
                <a:gd name="connsiteX3" fmla="*/ 0 w 153399"/>
                <a:gd name="connsiteY3" fmla="*/ 9600 h 9600"/>
                <a:gd name="connsiteX4" fmla="*/ 26678 w 153399"/>
                <a:gd name="connsiteY4" fmla="*/ 6286 h 9600"/>
                <a:gd name="connsiteX5" fmla="*/ 92746 w 153399"/>
                <a:gd name="connsiteY5" fmla="*/ 43 h 9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399" h="9600">
                  <a:moveTo>
                    <a:pt x="92746" y="43"/>
                  </a:moveTo>
                  <a:cubicBezTo>
                    <a:pt x="111004" y="-358"/>
                    <a:pt x="128295" y="2072"/>
                    <a:pt x="144918" y="6433"/>
                  </a:cubicBezTo>
                  <a:lnTo>
                    <a:pt x="153399" y="9600"/>
                  </a:lnTo>
                  <a:lnTo>
                    <a:pt x="0" y="9600"/>
                  </a:lnTo>
                  <a:lnTo>
                    <a:pt x="26678" y="6286"/>
                  </a:lnTo>
                  <a:cubicBezTo>
                    <a:pt x="48667" y="3255"/>
                    <a:pt x="70647" y="552"/>
                    <a:pt x="92746" y="43"/>
                  </a:cubicBezTo>
                  <a:close/>
                </a:path>
              </a:pathLst>
            </a:custGeom>
            <a:blipFill dpi="0" rotWithShape="1">
              <a:blip r:embed="rId2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71E1A328-D621-4993-B11B-011ED169A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0" y="6142518"/>
              <a:ext cx="10455568" cy="715481"/>
              <a:chOff x="0" y="0"/>
              <a:chExt cx="10455568" cy="715481"/>
            </a:xfrm>
          </p:grpSpPr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1D2543A-0A6F-4980-98CA-658AA8EEAC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2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solidFill>
                <a:schemeClr val="l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3D0F2937-CF06-453C-B076-800064AEB4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0"/>
                <a:ext cx="10455568" cy="715479"/>
              </a:xfrm>
              <a:custGeom>
                <a:avLst/>
                <a:gdLst>
                  <a:gd name="connsiteX0" fmla="*/ 0 w 10455568"/>
                  <a:gd name="connsiteY0" fmla="*/ 0 h 715479"/>
                  <a:gd name="connsiteX1" fmla="*/ 10455568 w 10455568"/>
                  <a:gd name="connsiteY1" fmla="*/ 0 h 715479"/>
                  <a:gd name="connsiteX2" fmla="*/ 10434629 w 10455568"/>
                  <a:gd name="connsiteY2" fmla="*/ 8947 h 715479"/>
                  <a:gd name="connsiteX3" fmla="*/ 10249341 w 10455568"/>
                  <a:gd name="connsiteY3" fmla="*/ 73146 h 715479"/>
                  <a:gd name="connsiteX4" fmla="*/ 10172148 w 10455568"/>
                  <a:gd name="connsiteY4" fmla="*/ 103170 h 715479"/>
                  <a:gd name="connsiteX5" fmla="*/ 9994576 w 10455568"/>
                  <a:gd name="connsiteY5" fmla="*/ 156647 h 715479"/>
                  <a:gd name="connsiteX6" fmla="*/ 9894474 w 10455568"/>
                  <a:gd name="connsiteY6" fmla="*/ 192604 h 715479"/>
                  <a:gd name="connsiteX7" fmla="*/ 9647603 w 10455568"/>
                  <a:gd name="connsiteY7" fmla="*/ 242354 h 715479"/>
                  <a:gd name="connsiteX8" fmla="*/ 9392533 w 10455568"/>
                  <a:gd name="connsiteY8" fmla="*/ 291498 h 715479"/>
                  <a:gd name="connsiteX9" fmla="*/ 9252019 w 10455568"/>
                  <a:gd name="connsiteY9" fmla="*/ 311564 h 715479"/>
                  <a:gd name="connsiteX10" fmla="*/ 9129899 w 10455568"/>
                  <a:gd name="connsiteY10" fmla="*/ 336497 h 715479"/>
                  <a:gd name="connsiteX11" fmla="*/ 9023312 w 10455568"/>
                  <a:gd name="connsiteY11" fmla="*/ 354253 h 715479"/>
                  <a:gd name="connsiteX12" fmla="*/ 8853949 w 10455568"/>
                  <a:gd name="connsiteY12" fmla="*/ 387064 h 715479"/>
                  <a:gd name="connsiteX13" fmla="*/ 8783278 w 10455568"/>
                  <a:gd name="connsiteY13" fmla="*/ 397418 h 715479"/>
                  <a:gd name="connsiteX14" fmla="*/ 8615640 w 10455568"/>
                  <a:gd name="connsiteY14" fmla="*/ 408552 h 715479"/>
                  <a:gd name="connsiteX15" fmla="*/ 8557154 w 10455568"/>
                  <a:gd name="connsiteY15" fmla="*/ 409627 h 715479"/>
                  <a:gd name="connsiteX16" fmla="*/ 8442474 w 10455568"/>
                  <a:gd name="connsiteY16" fmla="*/ 381318 h 715479"/>
                  <a:gd name="connsiteX17" fmla="*/ 8428959 w 10455568"/>
                  <a:gd name="connsiteY17" fmla="*/ 379618 h 715479"/>
                  <a:gd name="connsiteX18" fmla="*/ 8354329 w 10455568"/>
                  <a:gd name="connsiteY18" fmla="*/ 370428 h 715479"/>
                  <a:gd name="connsiteX19" fmla="*/ 8313705 w 10455568"/>
                  <a:gd name="connsiteY19" fmla="*/ 368535 h 715479"/>
                  <a:gd name="connsiteX20" fmla="*/ 8158571 w 10455568"/>
                  <a:gd name="connsiteY20" fmla="*/ 349396 h 715479"/>
                  <a:gd name="connsiteX21" fmla="*/ 8069467 w 10455568"/>
                  <a:gd name="connsiteY21" fmla="*/ 341485 h 715479"/>
                  <a:gd name="connsiteX22" fmla="*/ 7998265 w 10455568"/>
                  <a:gd name="connsiteY22" fmla="*/ 348379 h 715479"/>
                  <a:gd name="connsiteX23" fmla="*/ 7873167 w 10455568"/>
                  <a:gd name="connsiteY23" fmla="*/ 359529 h 715479"/>
                  <a:gd name="connsiteX24" fmla="*/ 7833600 w 10455568"/>
                  <a:gd name="connsiteY24" fmla="*/ 368926 h 715479"/>
                  <a:gd name="connsiteX25" fmla="*/ 7651338 w 10455568"/>
                  <a:gd name="connsiteY25" fmla="*/ 362121 h 715479"/>
                  <a:gd name="connsiteX26" fmla="*/ 7548003 w 10455568"/>
                  <a:gd name="connsiteY26" fmla="*/ 367710 h 715479"/>
                  <a:gd name="connsiteX27" fmla="*/ 7430093 w 10455568"/>
                  <a:gd name="connsiteY27" fmla="*/ 351855 h 715479"/>
                  <a:gd name="connsiteX28" fmla="*/ 7396245 w 10455568"/>
                  <a:gd name="connsiteY28" fmla="*/ 355328 h 715479"/>
                  <a:gd name="connsiteX29" fmla="*/ 7358394 w 10455568"/>
                  <a:gd name="connsiteY29" fmla="*/ 359950 h 715479"/>
                  <a:gd name="connsiteX30" fmla="*/ 7241933 w 10455568"/>
                  <a:gd name="connsiteY30" fmla="*/ 369637 h 715479"/>
                  <a:gd name="connsiteX31" fmla="*/ 7171767 w 10455568"/>
                  <a:gd name="connsiteY31" fmla="*/ 383160 h 715479"/>
                  <a:gd name="connsiteX32" fmla="*/ 7036569 w 10455568"/>
                  <a:gd name="connsiteY32" fmla="*/ 387132 h 715479"/>
                  <a:gd name="connsiteX33" fmla="*/ 6987200 w 10455568"/>
                  <a:gd name="connsiteY33" fmla="*/ 398073 h 715479"/>
                  <a:gd name="connsiteX34" fmla="*/ 6861115 w 10455568"/>
                  <a:gd name="connsiteY34" fmla="*/ 407542 h 715479"/>
                  <a:gd name="connsiteX35" fmla="*/ 6747718 w 10455568"/>
                  <a:gd name="connsiteY35" fmla="*/ 410900 h 715479"/>
                  <a:gd name="connsiteX36" fmla="*/ 6638839 w 10455568"/>
                  <a:gd name="connsiteY36" fmla="*/ 420654 h 715479"/>
                  <a:gd name="connsiteX37" fmla="*/ 6561486 w 10455568"/>
                  <a:gd name="connsiteY37" fmla="*/ 435540 h 715479"/>
                  <a:gd name="connsiteX38" fmla="*/ 6477200 w 10455568"/>
                  <a:gd name="connsiteY38" fmla="*/ 447113 h 715479"/>
                  <a:gd name="connsiteX39" fmla="*/ 6246111 w 10455568"/>
                  <a:gd name="connsiteY39" fmla="*/ 497537 h 715479"/>
                  <a:gd name="connsiteX40" fmla="*/ 6202328 w 10455568"/>
                  <a:gd name="connsiteY40" fmla="*/ 492074 h 715479"/>
                  <a:gd name="connsiteX41" fmla="*/ 5956458 w 10455568"/>
                  <a:gd name="connsiteY41" fmla="*/ 500965 h 715479"/>
                  <a:gd name="connsiteX42" fmla="*/ 5903139 w 10455568"/>
                  <a:gd name="connsiteY42" fmla="*/ 505186 h 715479"/>
                  <a:gd name="connsiteX43" fmla="*/ 5757547 w 10455568"/>
                  <a:gd name="connsiteY43" fmla="*/ 480730 h 715479"/>
                  <a:gd name="connsiteX44" fmla="*/ 5540270 w 10455568"/>
                  <a:gd name="connsiteY44" fmla="*/ 550023 h 715479"/>
                  <a:gd name="connsiteX45" fmla="*/ 5338128 w 10455568"/>
                  <a:gd name="connsiteY45" fmla="*/ 631974 h 715479"/>
                  <a:gd name="connsiteX46" fmla="*/ 5312622 w 10455568"/>
                  <a:gd name="connsiteY46" fmla="*/ 642454 h 715479"/>
                  <a:gd name="connsiteX47" fmla="*/ 5239393 w 10455568"/>
                  <a:gd name="connsiteY47" fmla="*/ 662307 h 715479"/>
                  <a:gd name="connsiteX48" fmla="*/ 5147821 w 10455568"/>
                  <a:gd name="connsiteY48" fmla="*/ 673791 h 715479"/>
                  <a:gd name="connsiteX49" fmla="*/ 5032111 w 10455568"/>
                  <a:gd name="connsiteY49" fmla="*/ 694497 h 715479"/>
                  <a:gd name="connsiteX50" fmla="*/ 4937648 w 10455568"/>
                  <a:gd name="connsiteY50" fmla="*/ 684913 h 715479"/>
                  <a:gd name="connsiteX51" fmla="*/ 4805529 w 10455568"/>
                  <a:gd name="connsiteY51" fmla="*/ 670032 h 715479"/>
                  <a:gd name="connsiteX52" fmla="*/ 4681029 w 10455568"/>
                  <a:gd name="connsiteY52" fmla="*/ 655792 h 715479"/>
                  <a:gd name="connsiteX53" fmla="*/ 4643990 w 10455568"/>
                  <a:gd name="connsiteY53" fmla="*/ 685120 h 715479"/>
                  <a:gd name="connsiteX54" fmla="*/ 4585542 w 10455568"/>
                  <a:gd name="connsiteY54" fmla="*/ 712411 h 715479"/>
                  <a:gd name="connsiteX55" fmla="*/ 4516947 w 10455568"/>
                  <a:gd name="connsiteY55" fmla="*/ 689117 h 715479"/>
                  <a:gd name="connsiteX56" fmla="*/ 4356995 w 10455568"/>
                  <a:gd name="connsiteY56" fmla="*/ 642048 h 715479"/>
                  <a:gd name="connsiteX57" fmla="*/ 4258219 w 10455568"/>
                  <a:gd name="connsiteY57" fmla="*/ 646156 h 715479"/>
                  <a:gd name="connsiteX58" fmla="*/ 4042233 w 10455568"/>
                  <a:gd name="connsiteY58" fmla="*/ 636117 h 715479"/>
                  <a:gd name="connsiteX59" fmla="*/ 3899777 w 10455568"/>
                  <a:gd name="connsiteY59" fmla="*/ 610576 h 715479"/>
                  <a:gd name="connsiteX60" fmla="*/ 3796441 w 10455568"/>
                  <a:gd name="connsiteY60" fmla="*/ 577707 h 715479"/>
                  <a:gd name="connsiteX61" fmla="*/ 3648774 w 10455568"/>
                  <a:gd name="connsiteY61" fmla="*/ 535623 h 715479"/>
                  <a:gd name="connsiteX62" fmla="*/ 3502227 w 10455568"/>
                  <a:gd name="connsiteY62" fmla="*/ 518518 h 715479"/>
                  <a:gd name="connsiteX63" fmla="*/ 3395228 w 10455568"/>
                  <a:gd name="connsiteY63" fmla="*/ 491723 h 715479"/>
                  <a:gd name="connsiteX64" fmla="*/ 3265757 w 10455568"/>
                  <a:gd name="connsiteY64" fmla="*/ 477242 h 715479"/>
                  <a:gd name="connsiteX65" fmla="*/ 3158404 w 10455568"/>
                  <a:gd name="connsiteY65" fmla="*/ 483689 h 715479"/>
                  <a:gd name="connsiteX66" fmla="*/ 2990483 w 10455568"/>
                  <a:gd name="connsiteY66" fmla="*/ 499212 h 715479"/>
                  <a:gd name="connsiteX67" fmla="*/ 2779802 w 10455568"/>
                  <a:gd name="connsiteY67" fmla="*/ 443069 h 715479"/>
                  <a:gd name="connsiteX68" fmla="*/ 2695508 w 10455568"/>
                  <a:gd name="connsiteY68" fmla="*/ 433082 h 715479"/>
                  <a:gd name="connsiteX69" fmla="*/ 2616713 w 10455568"/>
                  <a:gd name="connsiteY69" fmla="*/ 431172 h 715479"/>
                  <a:gd name="connsiteX70" fmla="*/ 2447364 w 10455568"/>
                  <a:gd name="connsiteY70" fmla="*/ 395810 h 715479"/>
                  <a:gd name="connsiteX71" fmla="*/ 2378751 w 10455568"/>
                  <a:gd name="connsiteY71" fmla="*/ 385044 h 715479"/>
                  <a:gd name="connsiteX72" fmla="*/ 2284230 w 10455568"/>
                  <a:gd name="connsiteY72" fmla="*/ 391782 h 715479"/>
                  <a:gd name="connsiteX73" fmla="*/ 2110801 w 10455568"/>
                  <a:gd name="connsiteY73" fmla="*/ 382042 h 715479"/>
                  <a:gd name="connsiteX74" fmla="*/ 1934854 w 10455568"/>
                  <a:gd name="connsiteY74" fmla="*/ 331108 h 715479"/>
                  <a:gd name="connsiteX75" fmla="*/ 1862479 w 10455568"/>
                  <a:gd name="connsiteY75" fmla="*/ 342158 h 715479"/>
                  <a:gd name="connsiteX76" fmla="*/ 1836283 w 10455568"/>
                  <a:gd name="connsiteY76" fmla="*/ 342488 h 715479"/>
                  <a:gd name="connsiteX77" fmla="*/ 1599327 w 10455568"/>
                  <a:gd name="connsiteY77" fmla="*/ 323970 h 715479"/>
                  <a:gd name="connsiteX78" fmla="*/ 1575578 w 10455568"/>
                  <a:gd name="connsiteY78" fmla="*/ 321802 h 715479"/>
                  <a:gd name="connsiteX79" fmla="*/ 1463288 w 10455568"/>
                  <a:gd name="connsiteY79" fmla="*/ 298576 h 715479"/>
                  <a:gd name="connsiteX80" fmla="*/ 1184165 w 10455568"/>
                  <a:gd name="connsiteY80" fmla="*/ 298373 h 715479"/>
                  <a:gd name="connsiteX81" fmla="*/ 1166899 w 10455568"/>
                  <a:gd name="connsiteY81" fmla="*/ 297220 h 715479"/>
                  <a:gd name="connsiteX82" fmla="*/ 1074855 w 10455568"/>
                  <a:gd name="connsiteY82" fmla="*/ 318934 h 715479"/>
                  <a:gd name="connsiteX83" fmla="*/ 1030232 w 10455568"/>
                  <a:gd name="connsiteY83" fmla="*/ 343829 h 715479"/>
                  <a:gd name="connsiteX84" fmla="*/ 959854 w 10455568"/>
                  <a:gd name="connsiteY84" fmla="*/ 371351 h 715479"/>
                  <a:gd name="connsiteX85" fmla="*/ 887350 w 10455568"/>
                  <a:gd name="connsiteY85" fmla="*/ 384742 h 715479"/>
                  <a:gd name="connsiteX86" fmla="*/ 762349 w 10455568"/>
                  <a:gd name="connsiteY86" fmla="*/ 358882 h 715479"/>
                  <a:gd name="connsiteX87" fmla="*/ 717454 w 10455568"/>
                  <a:gd name="connsiteY87" fmla="*/ 358448 h 715479"/>
                  <a:gd name="connsiteX88" fmla="*/ 616859 w 10455568"/>
                  <a:gd name="connsiteY88" fmla="*/ 348700 h 715479"/>
                  <a:gd name="connsiteX89" fmla="*/ 529939 w 10455568"/>
                  <a:gd name="connsiteY89" fmla="*/ 355789 h 715479"/>
                  <a:gd name="connsiteX90" fmla="*/ 461851 w 10455568"/>
                  <a:gd name="connsiteY90" fmla="*/ 386945 h 715479"/>
                  <a:gd name="connsiteX91" fmla="*/ 360707 w 10455568"/>
                  <a:gd name="connsiteY91" fmla="*/ 399082 h 715479"/>
                  <a:gd name="connsiteX92" fmla="*/ 293863 w 10455568"/>
                  <a:gd name="connsiteY92" fmla="*/ 384410 h 715479"/>
                  <a:gd name="connsiteX93" fmla="*/ 280347 w 10455568"/>
                  <a:gd name="connsiteY93" fmla="*/ 382711 h 715479"/>
                  <a:gd name="connsiteX94" fmla="*/ 108881 w 10455568"/>
                  <a:gd name="connsiteY94" fmla="*/ 393231 h 715479"/>
                  <a:gd name="connsiteX95" fmla="*/ 53435 w 10455568"/>
                  <a:gd name="connsiteY95" fmla="*/ 397222 h 715479"/>
                  <a:gd name="connsiteX96" fmla="*/ 0 w 10455568"/>
                  <a:gd name="connsiteY96" fmla="*/ 409348 h 7154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</a:cxnLst>
                <a:rect l="l" t="t" r="r" b="b"/>
                <a:pathLst>
                  <a:path w="10455568" h="715479">
                    <a:moveTo>
                      <a:pt x="0" y="0"/>
                    </a:moveTo>
                    <a:lnTo>
                      <a:pt x="10455568" y="0"/>
                    </a:lnTo>
                    <a:lnTo>
                      <a:pt x="10434629" y="8947"/>
                    </a:lnTo>
                    <a:cubicBezTo>
                      <a:pt x="10373917" y="32898"/>
                      <a:pt x="10311087" y="51455"/>
                      <a:pt x="10249341" y="73146"/>
                    </a:cubicBezTo>
                    <a:cubicBezTo>
                      <a:pt x="10223176" y="82504"/>
                      <a:pt x="10198388" y="94974"/>
                      <a:pt x="10172148" y="103170"/>
                    </a:cubicBezTo>
                    <a:cubicBezTo>
                      <a:pt x="10113395" y="121743"/>
                      <a:pt x="10053617" y="138053"/>
                      <a:pt x="9994576" y="156647"/>
                    </a:cubicBezTo>
                    <a:cubicBezTo>
                      <a:pt x="9960929" y="167389"/>
                      <a:pt x="9928899" y="184724"/>
                      <a:pt x="9894474" y="192604"/>
                    </a:cubicBezTo>
                    <a:cubicBezTo>
                      <a:pt x="9812718" y="211289"/>
                      <a:pt x="9730121" y="226242"/>
                      <a:pt x="9647603" y="242354"/>
                    </a:cubicBezTo>
                    <a:cubicBezTo>
                      <a:pt x="9562500" y="258935"/>
                      <a:pt x="9477721" y="276078"/>
                      <a:pt x="9392533" y="291498"/>
                    </a:cubicBezTo>
                    <a:cubicBezTo>
                      <a:pt x="9345891" y="299632"/>
                      <a:pt x="9298681" y="303723"/>
                      <a:pt x="9252019" y="311564"/>
                    </a:cubicBezTo>
                    <a:cubicBezTo>
                      <a:pt x="9211115" y="318433"/>
                      <a:pt x="9170740" y="328758"/>
                      <a:pt x="9129899" y="336497"/>
                    </a:cubicBezTo>
                    <a:cubicBezTo>
                      <a:pt x="9094507" y="342987"/>
                      <a:pt x="9058706" y="347759"/>
                      <a:pt x="9023312" y="354253"/>
                    </a:cubicBezTo>
                    <a:cubicBezTo>
                      <a:pt x="8966639" y="364814"/>
                      <a:pt x="8910315" y="376230"/>
                      <a:pt x="8853949" y="387064"/>
                    </a:cubicBezTo>
                    <a:cubicBezTo>
                      <a:pt x="8830350" y="391295"/>
                      <a:pt x="8805902" y="400245"/>
                      <a:pt x="8783278" y="397418"/>
                    </a:cubicBezTo>
                    <a:cubicBezTo>
                      <a:pt x="8726267" y="390232"/>
                      <a:pt x="8671093" y="397198"/>
                      <a:pt x="8615640" y="408552"/>
                    </a:cubicBezTo>
                    <a:cubicBezTo>
                      <a:pt x="8596680" y="412471"/>
                      <a:pt x="8576049" y="413291"/>
                      <a:pt x="8557154" y="409627"/>
                    </a:cubicBezTo>
                    <a:cubicBezTo>
                      <a:pt x="8518491" y="402356"/>
                      <a:pt x="8480716" y="390947"/>
                      <a:pt x="8442474" y="381318"/>
                    </a:cubicBezTo>
                    <a:cubicBezTo>
                      <a:pt x="8438313" y="380145"/>
                      <a:pt x="8433365" y="380189"/>
                      <a:pt x="8428959" y="379618"/>
                    </a:cubicBezTo>
                    <a:cubicBezTo>
                      <a:pt x="8403970" y="376366"/>
                      <a:pt x="8379279" y="373098"/>
                      <a:pt x="8354329" y="370428"/>
                    </a:cubicBezTo>
                    <a:cubicBezTo>
                      <a:pt x="8340833" y="369017"/>
                      <a:pt x="8327184" y="369657"/>
                      <a:pt x="8313705" y="368535"/>
                    </a:cubicBezTo>
                    <a:cubicBezTo>
                      <a:pt x="8261532" y="363935"/>
                      <a:pt x="8205623" y="381441"/>
                      <a:pt x="8158571" y="349396"/>
                    </a:cubicBezTo>
                    <a:cubicBezTo>
                      <a:pt x="8128030" y="328752"/>
                      <a:pt x="8100257" y="335890"/>
                      <a:pt x="8069467" y="341485"/>
                    </a:cubicBezTo>
                    <a:cubicBezTo>
                      <a:pt x="8046153" y="345696"/>
                      <a:pt x="8022024" y="346466"/>
                      <a:pt x="7998265" y="348379"/>
                    </a:cubicBezTo>
                    <a:cubicBezTo>
                      <a:pt x="7956565" y="352093"/>
                      <a:pt x="7914826" y="355232"/>
                      <a:pt x="7873167" y="359529"/>
                    </a:cubicBezTo>
                    <a:cubicBezTo>
                      <a:pt x="7859864" y="361016"/>
                      <a:pt x="7846730" y="369197"/>
                      <a:pt x="7833600" y="368926"/>
                    </a:cubicBezTo>
                    <a:cubicBezTo>
                      <a:pt x="7772906" y="367528"/>
                      <a:pt x="7711993" y="362939"/>
                      <a:pt x="7651338" y="362121"/>
                    </a:cubicBezTo>
                    <a:cubicBezTo>
                      <a:pt x="7616924" y="361556"/>
                      <a:pt x="7582209" y="369456"/>
                      <a:pt x="7548003" y="367710"/>
                    </a:cubicBezTo>
                    <a:cubicBezTo>
                      <a:pt x="7508539" y="365739"/>
                      <a:pt x="7469448" y="356458"/>
                      <a:pt x="7430093" y="351855"/>
                    </a:cubicBezTo>
                    <a:cubicBezTo>
                      <a:pt x="7419227" y="350559"/>
                      <a:pt x="7407516" y="353979"/>
                      <a:pt x="7396245" y="355328"/>
                    </a:cubicBezTo>
                    <a:cubicBezTo>
                      <a:pt x="7383524" y="356781"/>
                      <a:pt x="7371134" y="358791"/>
                      <a:pt x="7358394" y="359950"/>
                    </a:cubicBezTo>
                    <a:cubicBezTo>
                      <a:pt x="7319573" y="363179"/>
                      <a:pt x="7280655" y="364958"/>
                      <a:pt x="7241933" y="369637"/>
                    </a:cubicBezTo>
                    <a:cubicBezTo>
                      <a:pt x="7218235" y="372418"/>
                      <a:pt x="7194108" y="386008"/>
                      <a:pt x="7171767" y="383160"/>
                    </a:cubicBezTo>
                    <a:cubicBezTo>
                      <a:pt x="7126248" y="377813"/>
                      <a:pt x="7082583" y="399728"/>
                      <a:pt x="7036569" y="387132"/>
                    </a:cubicBezTo>
                    <a:cubicBezTo>
                      <a:pt x="7022328" y="383442"/>
                      <a:pt x="7003983" y="396347"/>
                      <a:pt x="6987200" y="398073"/>
                    </a:cubicBezTo>
                    <a:cubicBezTo>
                      <a:pt x="6945251" y="402388"/>
                      <a:pt x="6903183" y="404965"/>
                      <a:pt x="6861115" y="407542"/>
                    </a:cubicBezTo>
                    <a:cubicBezTo>
                      <a:pt x="6823394" y="409822"/>
                      <a:pt x="6784520" y="416550"/>
                      <a:pt x="6747718" y="410900"/>
                    </a:cubicBezTo>
                    <a:cubicBezTo>
                      <a:pt x="6709137" y="404791"/>
                      <a:pt x="6674999" y="408284"/>
                      <a:pt x="6638839" y="420654"/>
                    </a:cubicBezTo>
                    <a:cubicBezTo>
                      <a:pt x="6614066" y="429044"/>
                      <a:pt x="6587444" y="431733"/>
                      <a:pt x="6561486" y="435540"/>
                    </a:cubicBezTo>
                    <a:cubicBezTo>
                      <a:pt x="6533513" y="439778"/>
                      <a:pt x="6502069" y="435804"/>
                      <a:pt x="6477200" y="447113"/>
                    </a:cubicBezTo>
                    <a:cubicBezTo>
                      <a:pt x="6403159" y="480713"/>
                      <a:pt x="6325566" y="492119"/>
                      <a:pt x="6246111" y="497537"/>
                    </a:cubicBezTo>
                    <a:cubicBezTo>
                      <a:pt x="6231608" y="498524"/>
                      <a:pt x="6216540" y="495475"/>
                      <a:pt x="6202328" y="492074"/>
                    </a:cubicBezTo>
                    <a:cubicBezTo>
                      <a:pt x="6119346" y="471508"/>
                      <a:pt x="6038018" y="479381"/>
                      <a:pt x="5956458" y="500965"/>
                    </a:cubicBezTo>
                    <a:cubicBezTo>
                      <a:pt x="5939584" y="505613"/>
                      <a:pt x="5920486" y="507499"/>
                      <a:pt x="5903139" y="505186"/>
                    </a:cubicBezTo>
                    <a:cubicBezTo>
                      <a:pt x="5854306" y="498315"/>
                      <a:pt x="5806470" y="484677"/>
                      <a:pt x="5757547" y="480730"/>
                    </a:cubicBezTo>
                    <a:cubicBezTo>
                      <a:pt x="5676701" y="474297"/>
                      <a:pt x="5610121" y="519038"/>
                      <a:pt x="5540270" y="550023"/>
                    </a:cubicBezTo>
                    <a:cubicBezTo>
                      <a:pt x="5473801" y="579316"/>
                      <a:pt x="5419599" y="638949"/>
                      <a:pt x="5338128" y="631974"/>
                    </a:cubicBezTo>
                    <a:cubicBezTo>
                      <a:pt x="5329931" y="631367"/>
                      <a:pt x="5321476" y="639812"/>
                      <a:pt x="5312622" y="642454"/>
                    </a:cubicBezTo>
                    <a:cubicBezTo>
                      <a:pt x="5288350" y="649647"/>
                      <a:pt x="5264155" y="657994"/>
                      <a:pt x="5239393" y="662307"/>
                    </a:cubicBezTo>
                    <a:cubicBezTo>
                      <a:pt x="5209181" y="667862"/>
                      <a:pt x="5178072" y="668817"/>
                      <a:pt x="5147821" y="673791"/>
                    </a:cubicBezTo>
                    <a:cubicBezTo>
                      <a:pt x="5108908" y="679940"/>
                      <a:pt x="5070972" y="691848"/>
                      <a:pt x="5032111" y="694497"/>
                    </a:cubicBezTo>
                    <a:cubicBezTo>
                      <a:pt x="5000793" y="696632"/>
                      <a:pt x="4969032" y="688019"/>
                      <a:pt x="4937648" y="684913"/>
                    </a:cubicBezTo>
                    <a:cubicBezTo>
                      <a:pt x="4893363" y="680649"/>
                      <a:pt x="4845361" y="685962"/>
                      <a:pt x="4805529" y="670032"/>
                    </a:cubicBezTo>
                    <a:cubicBezTo>
                      <a:pt x="4763006" y="653119"/>
                      <a:pt x="4723244" y="646796"/>
                      <a:pt x="4681029" y="655792"/>
                    </a:cubicBezTo>
                    <a:cubicBezTo>
                      <a:pt x="4666957" y="658791"/>
                      <a:pt x="4649519" y="672217"/>
                      <a:pt x="4643990" y="685120"/>
                    </a:cubicBezTo>
                    <a:cubicBezTo>
                      <a:pt x="4631676" y="713928"/>
                      <a:pt x="4612585" y="720184"/>
                      <a:pt x="4585542" y="712411"/>
                    </a:cubicBezTo>
                    <a:cubicBezTo>
                      <a:pt x="4562077" y="705853"/>
                      <a:pt x="4533672" y="703713"/>
                      <a:pt x="4516947" y="689117"/>
                    </a:cubicBezTo>
                    <a:cubicBezTo>
                      <a:pt x="4469552" y="647774"/>
                      <a:pt x="4412904" y="650180"/>
                      <a:pt x="4356995" y="642048"/>
                    </a:cubicBezTo>
                    <a:cubicBezTo>
                      <a:pt x="4322867" y="637088"/>
                      <a:pt x="4291523" y="638934"/>
                      <a:pt x="4258219" y="646156"/>
                    </a:cubicBezTo>
                    <a:cubicBezTo>
                      <a:pt x="4185895" y="662159"/>
                      <a:pt x="4113776" y="651342"/>
                      <a:pt x="4042233" y="636117"/>
                    </a:cubicBezTo>
                    <a:cubicBezTo>
                      <a:pt x="3994923" y="625941"/>
                      <a:pt x="3946812" y="621063"/>
                      <a:pt x="3899777" y="610576"/>
                    </a:cubicBezTo>
                    <a:cubicBezTo>
                      <a:pt x="3864554" y="602488"/>
                      <a:pt x="3829196" y="592371"/>
                      <a:pt x="3796441" y="577707"/>
                    </a:cubicBezTo>
                    <a:cubicBezTo>
                      <a:pt x="3748937" y="556178"/>
                      <a:pt x="3706395" y="521788"/>
                      <a:pt x="3648774" y="535623"/>
                    </a:cubicBezTo>
                    <a:cubicBezTo>
                      <a:pt x="3598036" y="547820"/>
                      <a:pt x="3550396" y="532716"/>
                      <a:pt x="3502227" y="518518"/>
                    </a:cubicBezTo>
                    <a:cubicBezTo>
                      <a:pt x="3466848" y="508111"/>
                      <a:pt x="3431455" y="497410"/>
                      <a:pt x="3395228" y="491723"/>
                    </a:cubicBezTo>
                    <a:cubicBezTo>
                      <a:pt x="3352235" y="485040"/>
                      <a:pt x="3304663" y="492363"/>
                      <a:pt x="3265757" y="477242"/>
                    </a:cubicBezTo>
                    <a:cubicBezTo>
                      <a:pt x="3225052" y="461369"/>
                      <a:pt x="3193136" y="476075"/>
                      <a:pt x="3158404" y="483689"/>
                    </a:cubicBezTo>
                    <a:cubicBezTo>
                      <a:pt x="3102986" y="495623"/>
                      <a:pt x="3048333" y="514498"/>
                      <a:pt x="2990483" y="499212"/>
                    </a:cubicBezTo>
                    <a:cubicBezTo>
                      <a:pt x="2920173" y="480697"/>
                      <a:pt x="2850324" y="460405"/>
                      <a:pt x="2779802" y="443069"/>
                    </a:cubicBezTo>
                    <a:cubicBezTo>
                      <a:pt x="2752548" y="436477"/>
                      <a:pt x="2723606" y="434954"/>
                      <a:pt x="2695508" y="433082"/>
                    </a:cubicBezTo>
                    <a:cubicBezTo>
                      <a:pt x="2668903" y="431690"/>
                      <a:pt x="2637847" y="441965"/>
                      <a:pt x="2616713" y="431172"/>
                    </a:cubicBezTo>
                    <a:cubicBezTo>
                      <a:pt x="2562378" y="403411"/>
                      <a:pt x="2507687" y="391698"/>
                      <a:pt x="2447364" y="395810"/>
                    </a:cubicBezTo>
                    <a:cubicBezTo>
                      <a:pt x="2424744" y="397352"/>
                      <a:pt x="2401814" y="385802"/>
                      <a:pt x="2378751" y="385044"/>
                    </a:cubicBezTo>
                    <a:cubicBezTo>
                      <a:pt x="2347229" y="384281"/>
                      <a:pt x="2310735" y="378901"/>
                      <a:pt x="2284230" y="391782"/>
                    </a:cubicBezTo>
                    <a:cubicBezTo>
                      <a:pt x="2221919" y="422248"/>
                      <a:pt x="2168532" y="404037"/>
                      <a:pt x="2110801" y="382042"/>
                    </a:cubicBezTo>
                    <a:cubicBezTo>
                      <a:pt x="2053961" y="360279"/>
                      <a:pt x="1994577" y="343935"/>
                      <a:pt x="1934854" y="331108"/>
                    </a:cubicBezTo>
                    <a:cubicBezTo>
                      <a:pt x="1912400" y="326519"/>
                      <a:pt x="1886705" y="338470"/>
                      <a:pt x="1862479" y="342158"/>
                    </a:cubicBezTo>
                    <a:cubicBezTo>
                      <a:pt x="1853818" y="343333"/>
                      <a:pt x="1844309" y="344855"/>
                      <a:pt x="1836283" y="342488"/>
                    </a:cubicBezTo>
                    <a:cubicBezTo>
                      <a:pt x="1758698" y="319808"/>
                      <a:pt x="1680403" y="303878"/>
                      <a:pt x="1599327" y="323970"/>
                    </a:cubicBezTo>
                    <a:cubicBezTo>
                      <a:pt x="1591888" y="325937"/>
                      <a:pt x="1583257" y="323319"/>
                      <a:pt x="1575578" y="321802"/>
                    </a:cubicBezTo>
                    <a:cubicBezTo>
                      <a:pt x="1538035" y="313873"/>
                      <a:pt x="1500950" y="299795"/>
                      <a:pt x="1463288" y="298576"/>
                    </a:cubicBezTo>
                    <a:cubicBezTo>
                      <a:pt x="1370438" y="295582"/>
                      <a:pt x="1277384" y="298137"/>
                      <a:pt x="1184165" y="298373"/>
                    </a:cubicBezTo>
                    <a:cubicBezTo>
                      <a:pt x="1178344" y="298480"/>
                      <a:pt x="1172255" y="298896"/>
                      <a:pt x="1166899" y="297220"/>
                    </a:cubicBezTo>
                    <a:cubicBezTo>
                      <a:pt x="1131827" y="287082"/>
                      <a:pt x="1102238" y="293180"/>
                      <a:pt x="1074855" y="318934"/>
                    </a:cubicBezTo>
                    <a:cubicBezTo>
                      <a:pt x="1062808" y="330244"/>
                      <a:pt x="1045783" y="336940"/>
                      <a:pt x="1030232" y="343829"/>
                    </a:cubicBezTo>
                    <a:cubicBezTo>
                      <a:pt x="1007334" y="354132"/>
                      <a:pt x="983839" y="364180"/>
                      <a:pt x="959854" y="371351"/>
                    </a:cubicBezTo>
                    <a:cubicBezTo>
                      <a:pt x="936141" y="378210"/>
                      <a:pt x="910825" y="387219"/>
                      <a:pt x="887350" y="384742"/>
                    </a:cubicBezTo>
                    <a:cubicBezTo>
                      <a:pt x="845096" y="380339"/>
                      <a:pt x="804258" y="366810"/>
                      <a:pt x="762349" y="358882"/>
                    </a:cubicBezTo>
                    <a:cubicBezTo>
                      <a:pt x="747884" y="356082"/>
                      <a:pt x="732263" y="357732"/>
                      <a:pt x="717454" y="358448"/>
                    </a:cubicBezTo>
                    <a:cubicBezTo>
                      <a:pt x="683463" y="359893"/>
                      <a:pt x="649238" y="370675"/>
                      <a:pt x="616859" y="348700"/>
                    </a:cubicBezTo>
                    <a:cubicBezTo>
                      <a:pt x="586900" y="328019"/>
                      <a:pt x="558641" y="336644"/>
                      <a:pt x="529939" y="355789"/>
                    </a:cubicBezTo>
                    <a:cubicBezTo>
                      <a:pt x="509309" y="369433"/>
                      <a:pt x="485605" y="380664"/>
                      <a:pt x="461851" y="386945"/>
                    </a:cubicBezTo>
                    <a:cubicBezTo>
                      <a:pt x="429225" y="395576"/>
                      <a:pt x="396634" y="400422"/>
                      <a:pt x="360707" y="399082"/>
                    </a:cubicBezTo>
                    <a:cubicBezTo>
                      <a:pt x="335299" y="398193"/>
                      <a:pt x="314629" y="398437"/>
                      <a:pt x="293863" y="384410"/>
                    </a:cubicBezTo>
                    <a:cubicBezTo>
                      <a:pt x="290517" y="382308"/>
                      <a:pt x="284678" y="382122"/>
                      <a:pt x="280347" y="382711"/>
                    </a:cubicBezTo>
                    <a:cubicBezTo>
                      <a:pt x="223554" y="391535"/>
                      <a:pt x="166827" y="392780"/>
                      <a:pt x="108881" y="393231"/>
                    </a:cubicBezTo>
                    <a:cubicBezTo>
                      <a:pt x="90460" y="393322"/>
                      <a:pt x="71882" y="394571"/>
                      <a:pt x="53435" y="397222"/>
                    </a:cubicBezTo>
                    <a:lnTo>
                      <a:pt x="0" y="409348"/>
                    </a:ln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42936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7F4F1C-8D3D-4EC1-B72D-A0470A5A0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E3DD61-64DB-46AD-B249-E273CD86B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0D7053D3-590A-4E94-B092-C96EAF744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2EB67199-6FF0-4DED-89D1-BAEA95F9F5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A0BEEB-C008-4150-A935-C6AAF537DA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5148B0F-801C-45A1-80C1-EEC25A22A7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E7715ED9-C8CE-4651-82AA-1C4B5F14A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B911230A-EF3B-4760-9087-E4FBE05BD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2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BD36526-C22C-45A5-EF79-9C1BBC2B9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20676"/>
            <a:ext cx="7021513" cy="230832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Technology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39D5D-AB48-5E32-D5F2-402D6B64D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024" y="3296011"/>
            <a:ext cx="7025753" cy="1812702"/>
          </a:xfr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Firebase Authentication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Firestore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Room Database</a:t>
            </a:r>
          </a:p>
          <a:p>
            <a:r>
              <a:rPr lang="en-US" sz="2400" dirty="0">
                <a:solidFill>
                  <a:schemeClr val="bg1"/>
                </a:solidFill>
              </a:rPr>
              <a:t>Shared Preferences</a:t>
            </a:r>
          </a:p>
          <a:p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Gemini </a:t>
            </a: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API</a:t>
            </a:r>
          </a:p>
        </p:txBody>
      </p:sp>
    </p:spTree>
    <p:extLst>
      <p:ext uri="{BB962C8B-B14F-4D97-AF65-F5344CB8AC3E}">
        <p14:creationId xmlns:p14="http://schemas.microsoft.com/office/powerpoint/2010/main" val="28309872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52199-9667-4E0C-D1F5-3D9F6AE02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88" y="1641752"/>
            <a:ext cx="3527425" cy="4366936"/>
          </a:xfrm>
        </p:spPr>
        <p:txBody>
          <a:bodyPr anchor="t">
            <a:normAutofit/>
          </a:bodyPr>
          <a:lstStyle/>
          <a:p>
            <a:r>
              <a:rPr lang="en-US" sz="4000" dirty="0"/>
              <a:t>Functionalities</a:t>
            </a:r>
            <a:endParaRPr lang="en-PK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47064-5267-D8C5-32AA-341B42DF5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2081" y="1641752"/>
            <a:ext cx="5260975" cy="3960000"/>
          </a:xfrm>
        </p:spPr>
        <p:txBody>
          <a:bodyPr>
            <a:normAutofit/>
          </a:bodyPr>
          <a:lstStyle/>
          <a:p>
            <a:r>
              <a:rPr lang="en-US" dirty="0"/>
              <a:t>User Authentication</a:t>
            </a:r>
          </a:p>
          <a:p>
            <a:r>
              <a:rPr lang="en-US" dirty="0"/>
              <a:t>Role-Based Navigation</a:t>
            </a:r>
          </a:p>
          <a:p>
            <a:r>
              <a:rPr lang="en-US" dirty="0"/>
              <a:t>PDF Upload and Retrieval</a:t>
            </a:r>
          </a:p>
          <a:p>
            <a:r>
              <a:rPr lang="en-US" dirty="0"/>
              <a:t>Quiz Generation Requests</a:t>
            </a:r>
          </a:p>
          <a:p>
            <a:r>
              <a:rPr lang="en-US" dirty="0"/>
              <a:t>Chatbot Communication</a:t>
            </a:r>
          </a:p>
          <a:p>
            <a:r>
              <a:rPr lang="en-US" dirty="0"/>
              <a:t>Performance Analytics</a:t>
            </a:r>
          </a:p>
          <a:p>
            <a:pPr marL="0" indent="0">
              <a:buNone/>
            </a:pPr>
            <a:endParaRPr lang="en-PK" sz="24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28F330-19FB-4D39-BD0F-53032ABFEB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79015" y="0"/>
            <a:ext cx="712985" cy="6858000"/>
            <a:chOff x="11479015" y="0"/>
            <a:chExt cx="712985" cy="6858000"/>
          </a:xfrm>
          <a:effectLst>
            <a:outerShdw blurRad="381000" dist="152400" dir="10800000" algn="ctr" rotWithShape="0">
              <a:schemeClr val="bg1">
                <a:alpha val="10000"/>
              </a:schemeClr>
            </a:outerShdw>
          </a:effectLst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0220D63-6F38-42F9-8AAD-3B1363A4F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8" y="0"/>
              <a:ext cx="712982" cy="6858000"/>
            </a:xfrm>
            <a:custGeom>
              <a:avLst/>
              <a:gdLst>
                <a:gd name="connsiteX0" fmla="*/ 280560 w 712982"/>
                <a:gd name="connsiteY0" fmla="*/ 0 h 6858000"/>
                <a:gd name="connsiteX1" fmla="*/ 712982 w 712982"/>
                <a:gd name="connsiteY1" fmla="*/ 0 h 6858000"/>
                <a:gd name="connsiteX2" fmla="*/ 712982 w 712982"/>
                <a:gd name="connsiteY2" fmla="*/ 6858000 h 6858000"/>
                <a:gd name="connsiteX3" fmla="*/ 372527 w 712982"/>
                <a:gd name="connsiteY3" fmla="*/ 6858000 h 6858000"/>
                <a:gd name="connsiteX4" fmla="*/ 372901 w 712982"/>
                <a:gd name="connsiteY4" fmla="*/ 6835810 h 6858000"/>
                <a:gd name="connsiteX5" fmla="*/ 363017 w 712982"/>
                <a:gd name="connsiteY5" fmla="*/ 6518145 h 6858000"/>
                <a:gd name="connsiteX6" fmla="*/ 310498 w 712982"/>
                <a:gd name="connsiteY6" fmla="*/ 6393936 h 6858000"/>
                <a:gd name="connsiteX7" fmla="*/ 305420 w 712982"/>
                <a:gd name="connsiteY7" fmla="*/ 6355564 h 6858000"/>
                <a:gd name="connsiteX8" fmla="*/ 311030 w 712982"/>
                <a:gd name="connsiteY8" fmla="*/ 6267729 h 6858000"/>
                <a:gd name="connsiteX9" fmla="*/ 281440 w 712982"/>
                <a:gd name="connsiteY9" fmla="*/ 6090959 h 6858000"/>
                <a:gd name="connsiteX10" fmla="*/ 258928 w 712982"/>
                <a:gd name="connsiteY10" fmla="*/ 6026981 h 6858000"/>
                <a:gd name="connsiteX11" fmla="*/ 245105 w 712982"/>
                <a:gd name="connsiteY11" fmla="*/ 5991615 h 6858000"/>
                <a:gd name="connsiteX12" fmla="*/ 197441 w 712982"/>
                <a:gd name="connsiteY12" fmla="*/ 5807458 h 6858000"/>
                <a:gd name="connsiteX13" fmla="*/ 159115 w 712982"/>
                <a:gd name="connsiteY13" fmla="*/ 5727356 h 6858000"/>
                <a:gd name="connsiteX14" fmla="*/ 152306 w 712982"/>
                <a:gd name="connsiteY14" fmla="*/ 5705270 h 6858000"/>
                <a:gd name="connsiteX15" fmla="*/ 150939 w 712982"/>
                <a:gd name="connsiteY15" fmla="*/ 5580441 h 6858000"/>
                <a:gd name="connsiteX16" fmla="*/ 187956 w 712982"/>
                <a:gd name="connsiteY16" fmla="*/ 5482729 h 6858000"/>
                <a:gd name="connsiteX17" fmla="*/ 201902 w 712982"/>
                <a:gd name="connsiteY17" fmla="*/ 5463053 h 6858000"/>
                <a:gd name="connsiteX18" fmla="*/ 168174 w 712982"/>
                <a:gd name="connsiteY18" fmla="*/ 5205662 h 6858000"/>
                <a:gd name="connsiteX19" fmla="*/ 157186 w 712982"/>
                <a:gd name="connsiteY19" fmla="*/ 5166766 h 6858000"/>
                <a:gd name="connsiteX20" fmla="*/ 163999 w 712982"/>
                <a:gd name="connsiteY20" fmla="*/ 4972256 h 6858000"/>
                <a:gd name="connsiteX21" fmla="*/ 163388 w 712982"/>
                <a:gd name="connsiteY21" fmla="*/ 4915833 h 6858000"/>
                <a:gd name="connsiteX22" fmla="*/ 166361 w 712982"/>
                <a:gd name="connsiteY22" fmla="*/ 4712964 h 6858000"/>
                <a:gd name="connsiteX23" fmla="*/ 140122 w 712982"/>
                <a:gd name="connsiteY23" fmla="*/ 4687152 h 6858000"/>
                <a:gd name="connsiteX24" fmla="*/ 73058 w 712982"/>
                <a:gd name="connsiteY24" fmla="*/ 4611951 h 6858000"/>
                <a:gd name="connsiteX25" fmla="*/ 3979 w 712982"/>
                <a:gd name="connsiteY25" fmla="*/ 4456771 h 6858000"/>
                <a:gd name="connsiteX26" fmla="*/ 2091 w 712982"/>
                <a:gd name="connsiteY26" fmla="*/ 4412781 h 6858000"/>
                <a:gd name="connsiteX27" fmla="*/ 75905 w 712982"/>
                <a:gd name="connsiteY27" fmla="*/ 4292897 h 6858000"/>
                <a:gd name="connsiteX28" fmla="*/ 104434 w 712982"/>
                <a:gd name="connsiteY28" fmla="*/ 4235333 h 6858000"/>
                <a:gd name="connsiteX29" fmla="*/ 151065 w 712982"/>
                <a:gd name="connsiteY29" fmla="*/ 4075686 h 6858000"/>
                <a:gd name="connsiteX30" fmla="*/ 161243 w 712982"/>
                <a:gd name="connsiteY30" fmla="*/ 4061695 h 6858000"/>
                <a:gd name="connsiteX31" fmla="*/ 286285 w 712982"/>
                <a:gd name="connsiteY31" fmla="*/ 3933862 h 6858000"/>
                <a:gd name="connsiteX32" fmla="*/ 306926 w 712982"/>
                <a:gd name="connsiteY32" fmla="*/ 3905847 h 6858000"/>
                <a:gd name="connsiteX33" fmla="*/ 340015 w 712982"/>
                <a:gd name="connsiteY33" fmla="*/ 3871199 h 6858000"/>
                <a:gd name="connsiteX34" fmla="*/ 400111 w 712982"/>
                <a:gd name="connsiteY34" fmla="*/ 3767743 h 6858000"/>
                <a:gd name="connsiteX35" fmla="*/ 409694 w 712982"/>
                <a:gd name="connsiteY35" fmla="*/ 3646690 h 6858000"/>
                <a:gd name="connsiteX36" fmla="*/ 428447 w 712982"/>
                <a:gd name="connsiteY36" fmla="*/ 3499752 h 6858000"/>
                <a:gd name="connsiteX37" fmla="*/ 445033 w 712982"/>
                <a:gd name="connsiteY37" fmla="*/ 3437349 h 6858000"/>
                <a:gd name="connsiteX38" fmla="*/ 471431 w 712982"/>
                <a:gd name="connsiteY38" fmla="*/ 3272018 h 6858000"/>
                <a:gd name="connsiteX39" fmla="*/ 495919 w 712982"/>
                <a:gd name="connsiteY39" fmla="*/ 3153432 h 6858000"/>
                <a:gd name="connsiteX40" fmla="*/ 499541 w 712982"/>
                <a:gd name="connsiteY40" fmla="*/ 2985907 h 6858000"/>
                <a:gd name="connsiteX41" fmla="*/ 491640 w 712982"/>
                <a:gd name="connsiteY41" fmla="*/ 2905697 h 6858000"/>
                <a:gd name="connsiteX42" fmla="*/ 586592 w 712982"/>
                <a:gd name="connsiteY42" fmla="*/ 2746325 h 6858000"/>
                <a:gd name="connsiteX43" fmla="*/ 647211 w 712982"/>
                <a:gd name="connsiteY43" fmla="*/ 2620857 h 6858000"/>
                <a:gd name="connsiteX44" fmla="*/ 598120 w 712982"/>
                <a:gd name="connsiteY44" fmla="*/ 2501248 h 6858000"/>
                <a:gd name="connsiteX45" fmla="*/ 560897 w 712982"/>
                <a:gd name="connsiteY45" fmla="*/ 2471368 h 6858000"/>
                <a:gd name="connsiteX46" fmla="*/ 506928 w 712982"/>
                <a:gd name="connsiteY46" fmla="*/ 2272389 h 6858000"/>
                <a:gd name="connsiteX47" fmla="*/ 474122 w 712982"/>
                <a:gd name="connsiteY47" fmla="*/ 1983284 h 6858000"/>
                <a:gd name="connsiteX48" fmla="*/ 349180 w 712982"/>
                <a:gd name="connsiteY48" fmla="*/ 1510207 h 6858000"/>
                <a:gd name="connsiteX49" fmla="*/ 306451 w 712982"/>
                <a:gd name="connsiteY49" fmla="*/ 1430003 h 6858000"/>
                <a:gd name="connsiteX50" fmla="*/ 287747 w 712982"/>
                <a:gd name="connsiteY50" fmla="*/ 1336633 h 6858000"/>
                <a:gd name="connsiteX51" fmla="*/ 304326 w 712982"/>
                <a:gd name="connsiteY51" fmla="*/ 1298229 h 6858000"/>
                <a:gd name="connsiteX52" fmla="*/ 317671 w 712982"/>
                <a:gd name="connsiteY52" fmla="*/ 1136667 h 6858000"/>
                <a:gd name="connsiteX53" fmla="*/ 314959 w 712982"/>
                <a:gd name="connsiteY53" fmla="*/ 1106522 h 6858000"/>
                <a:gd name="connsiteX54" fmla="*/ 290675 w 712982"/>
                <a:gd name="connsiteY54" fmla="*/ 1004980 h 6858000"/>
                <a:gd name="connsiteX55" fmla="*/ 272712 w 712982"/>
                <a:gd name="connsiteY55" fmla="*/ 910357 h 6858000"/>
                <a:gd name="connsiteX56" fmla="*/ 270963 w 712982"/>
                <a:gd name="connsiteY56" fmla="*/ 667028 h 6858000"/>
                <a:gd name="connsiteX57" fmla="*/ 244986 w 712982"/>
                <a:gd name="connsiteY57" fmla="*/ 483131 h 6858000"/>
                <a:gd name="connsiteX58" fmla="*/ 241465 w 712982"/>
                <a:gd name="connsiteY58" fmla="*/ 397465 h 6858000"/>
                <a:gd name="connsiteX59" fmla="*/ 244890 w 712982"/>
                <a:gd name="connsiteY59" fmla="*/ 348507 h 6858000"/>
                <a:gd name="connsiteX60" fmla="*/ 293439 w 712982"/>
                <a:gd name="connsiteY60" fmla="*/ 233141 h 6858000"/>
                <a:gd name="connsiteX61" fmla="*/ 300513 w 712982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2" h="6858000">
                  <a:moveTo>
                    <a:pt x="280560" y="0"/>
                  </a:moveTo>
                  <a:lnTo>
                    <a:pt x="712982" y="0"/>
                  </a:lnTo>
                  <a:lnTo>
                    <a:pt x="712982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97B054CB-4DA3-4EDD-B196-A5DDD1E4E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79015" y="0"/>
              <a:ext cx="712985" cy="6858000"/>
            </a:xfrm>
            <a:custGeom>
              <a:avLst/>
              <a:gdLst>
                <a:gd name="connsiteX0" fmla="*/ 280560 w 712985"/>
                <a:gd name="connsiteY0" fmla="*/ 0 h 6858000"/>
                <a:gd name="connsiteX1" fmla="*/ 712985 w 712985"/>
                <a:gd name="connsiteY1" fmla="*/ 0 h 6858000"/>
                <a:gd name="connsiteX2" fmla="*/ 712985 w 712985"/>
                <a:gd name="connsiteY2" fmla="*/ 6858000 h 6858000"/>
                <a:gd name="connsiteX3" fmla="*/ 372527 w 712985"/>
                <a:gd name="connsiteY3" fmla="*/ 6858000 h 6858000"/>
                <a:gd name="connsiteX4" fmla="*/ 372901 w 712985"/>
                <a:gd name="connsiteY4" fmla="*/ 6835810 h 6858000"/>
                <a:gd name="connsiteX5" fmla="*/ 363017 w 712985"/>
                <a:gd name="connsiteY5" fmla="*/ 6518145 h 6858000"/>
                <a:gd name="connsiteX6" fmla="*/ 310498 w 712985"/>
                <a:gd name="connsiteY6" fmla="*/ 6393936 h 6858000"/>
                <a:gd name="connsiteX7" fmla="*/ 305420 w 712985"/>
                <a:gd name="connsiteY7" fmla="*/ 6355564 h 6858000"/>
                <a:gd name="connsiteX8" fmla="*/ 311030 w 712985"/>
                <a:gd name="connsiteY8" fmla="*/ 6267729 h 6858000"/>
                <a:gd name="connsiteX9" fmla="*/ 281440 w 712985"/>
                <a:gd name="connsiteY9" fmla="*/ 6090959 h 6858000"/>
                <a:gd name="connsiteX10" fmla="*/ 258928 w 712985"/>
                <a:gd name="connsiteY10" fmla="*/ 6026981 h 6858000"/>
                <a:gd name="connsiteX11" fmla="*/ 245105 w 712985"/>
                <a:gd name="connsiteY11" fmla="*/ 5991615 h 6858000"/>
                <a:gd name="connsiteX12" fmla="*/ 197441 w 712985"/>
                <a:gd name="connsiteY12" fmla="*/ 5807458 h 6858000"/>
                <a:gd name="connsiteX13" fmla="*/ 159115 w 712985"/>
                <a:gd name="connsiteY13" fmla="*/ 5727356 h 6858000"/>
                <a:gd name="connsiteX14" fmla="*/ 152306 w 712985"/>
                <a:gd name="connsiteY14" fmla="*/ 5705270 h 6858000"/>
                <a:gd name="connsiteX15" fmla="*/ 150939 w 712985"/>
                <a:gd name="connsiteY15" fmla="*/ 5580441 h 6858000"/>
                <a:gd name="connsiteX16" fmla="*/ 187956 w 712985"/>
                <a:gd name="connsiteY16" fmla="*/ 5482729 h 6858000"/>
                <a:gd name="connsiteX17" fmla="*/ 201902 w 712985"/>
                <a:gd name="connsiteY17" fmla="*/ 5463053 h 6858000"/>
                <a:gd name="connsiteX18" fmla="*/ 168174 w 712985"/>
                <a:gd name="connsiteY18" fmla="*/ 5205662 h 6858000"/>
                <a:gd name="connsiteX19" fmla="*/ 157186 w 712985"/>
                <a:gd name="connsiteY19" fmla="*/ 5166766 h 6858000"/>
                <a:gd name="connsiteX20" fmla="*/ 163999 w 712985"/>
                <a:gd name="connsiteY20" fmla="*/ 4972256 h 6858000"/>
                <a:gd name="connsiteX21" fmla="*/ 163388 w 712985"/>
                <a:gd name="connsiteY21" fmla="*/ 4915833 h 6858000"/>
                <a:gd name="connsiteX22" fmla="*/ 166361 w 712985"/>
                <a:gd name="connsiteY22" fmla="*/ 4712964 h 6858000"/>
                <a:gd name="connsiteX23" fmla="*/ 140122 w 712985"/>
                <a:gd name="connsiteY23" fmla="*/ 4687152 h 6858000"/>
                <a:gd name="connsiteX24" fmla="*/ 73058 w 712985"/>
                <a:gd name="connsiteY24" fmla="*/ 4611951 h 6858000"/>
                <a:gd name="connsiteX25" fmla="*/ 3979 w 712985"/>
                <a:gd name="connsiteY25" fmla="*/ 4456771 h 6858000"/>
                <a:gd name="connsiteX26" fmla="*/ 2091 w 712985"/>
                <a:gd name="connsiteY26" fmla="*/ 4412781 h 6858000"/>
                <a:gd name="connsiteX27" fmla="*/ 75905 w 712985"/>
                <a:gd name="connsiteY27" fmla="*/ 4292897 h 6858000"/>
                <a:gd name="connsiteX28" fmla="*/ 104434 w 712985"/>
                <a:gd name="connsiteY28" fmla="*/ 4235333 h 6858000"/>
                <a:gd name="connsiteX29" fmla="*/ 151065 w 712985"/>
                <a:gd name="connsiteY29" fmla="*/ 4075686 h 6858000"/>
                <a:gd name="connsiteX30" fmla="*/ 161243 w 712985"/>
                <a:gd name="connsiteY30" fmla="*/ 4061695 h 6858000"/>
                <a:gd name="connsiteX31" fmla="*/ 286285 w 712985"/>
                <a:gd name="connsiteY31" fmla="*/ 3933862 h 6858000"/>
                <a:gd name="connsiteX32" fmla="*/ 306926 w 712985"/>
                <a:gd name="connsiteY32" fmla="*/ 3905847 h 6858000"/>
                <a:gd name="connsiteX33" fmla="*/ 340015 w 712985"/>
                <a:gd name="connsiteY33" fmla="*/ 3871199 h 6858000"/>
                <a:gd name="connsiteX34" fmla="*/ 400111 w 712985"/>
                <a:gd name="connsiteY34" fmla="*/ 3767743 h 6858000"/>
                <a:gd name="connsiteX35" fmla="*/ 409694 w 712985"/>
                <a:gd name="connsiteY35" fmla="*/ 3646690 h 6858000"/>
                <a:gd name="connsiteX36" fmla="*/ 428447 w 712985"/>
                <a:gd name="connsiteY36" fmla="*/ 3499752 h 6858000"/>
                <a:gd name="connsiteX37" fmla="*/ 445033 w 712985"/>
                <a:gd name="connsiteY37" fmla="*/ 3437349 h 6858000"/>
                <a:gd name="connsiteX38" fmla="*/ 471431 w 712985"/>
                <a:gd name="connsiteY38" fmla="*/ 3272018 h 6858000"/>
                <a:gd name="connsiteX39" fmla="*/ 495919 w 712985"/>
                <a:gd name="connsiteY39" fmla="*/ 3153432 h 6858000"/>
                <a:gd name="connsiteX40" fmla="*/ 499541 w 712985"/>
                <a:gd name="connsiteY40" fmla="*/ 2985907 h 6858000"/>
                <a:gd name="connsiteX41" fmla="*/ 491640 w 712985"/>
                <a:gd name="connsiteY41" fmla="*/ 2905697 h 6858000"/>
                <a:gd name="connsiteX42" fmla="*/ 586592 w 712985"/>
                <a:gd name="connsiteY42" fmla="*/ 2746325 h 6858000"/>
                <a:gd name="connsiteX43" fmla="*/ 647211 w 712985"/>
                <a:gd name="connsiteY43" fmla="*/ 2620857 h 6858000"/>
                <a:gd name="connsiteX44" fmla="*/ 598120 w 712985"/>
                <a:gd name="connsiteY44" fmla="*/ 2501248 h 6858000"/>
                <a:gd name="connsiteX45" fmla="*/ 560897 w 712985"/>
                <a:gd name="connsiteY45" fmla="*/ 2471368 h 6858000"/>
                <a:gd name="connsiteX46" fmla="*/ 506928 w 712985"/>
                <a:gd name="connsiteY46" fmla="*/ 2272389 h 6858000"/>
                <a:gd name="connsiteX47" fmla="*/ 474122 w 712985"/>
                <a:gd name="connsiteY47" fmla="*/ 1983284 h 6858000"/>
                <a:gd name="connsiteX48" fmla="*/ 349180 w 712985"/>
                <a:gd name="connsiteY48" fmla="*/ 1510207 h 6858000"/>
                <a:gd name="connsiteX49" fmla="*/ 306451 w 712985"/>
                <a:gd name="connsiteY49" fmla="*/ 1430003 h 6858000"/>
                <a:gd name="connsiteX50" fmla="*/ 287747 w 712985"/>
                <a:gd name="connsiteY50" fmla="*/ 1336633 h 6858000"/>
                <a:gd name="connsiteX51" fmla="*/ 304326 w 712985"/>
                <a:gd name="connsiteY51" fmla="*/ 1298229 h 6858000"/>
                <a:gd name="connsiteX52" fmla="*/ 317671 w 712985"/>
                <a:gd name="connsiteY52" fmla="*/ 1136667 h 6858000"/>
                <a:gd name="connsiteX53" fmla="*/ 314959 w 712985"/>
                <a:gd name="connsiteY53" fmla="*/ 1106522 h 6858000"/>
                <a:gd name="connsiteX54" fmla="*/ 290675 w 712985"/>
                <a:gd name="connsiteY54" fmla="*/ 1004980 h 6858000"/>
                <a:gd name="connsiteX55" fmla="*/ 272712 w 712985"/>
                <a:gd name="connsiteY55" fmla="*/ 910357 h 6858000"/>
                <a:gd name="connsiteX56" fmla="*/ 270963 w 712985"/>
                <a:gd name="connsiteY56" fmla="*/ 667028 h 6858000"/>
                <a:gd name="connsiteX57" fmla="*/ 244986 w 712985"/>
                <a:gd name="connsiteY57" fmla="*/ 483131 h 6858000"/>
                <a:gd name="connsiteX58" fmla="*/ 241465 w 712985"/>
                <a:gd name="connsiteY58" fmla="*/ 397465 h 6858000"/>
                <a:gd name="connsiteX59" fmla="*/ 244890 w 712985"/>
                <a:gd name="connsiteY59" fmla="*/ 348507 h 6858000"/>
                <a:gd name="connsiteX60" fmla="*/ 293439 w 712985"/>
                <a:gd name="connsiteY60" fmla="*/ 233141 h 6858000"/>
                <a:gd name="connsiteX61" fmla="*/ 300513 w 712985"/>
                <a:gd name="connsiteY61" fmla="*/ 17206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712985" h="6858000">
                  <a:moveTo>
                    <a:pt x="280560" y="0"/>
                  </a:moveTo>
                  <a:lnTo>
                    <a:pt x="712985" y="0"/>
                  </a:lnTo>
                  <a:lnTo>
                    <a:pt x="712985" y="6858000"/>
                  </a:lnTo>
                  <a:lnTo>
                    <a:pt x="372527" y="6858000"/>
                  </a:lnTo>
                  <a:lnTo>
                    <a:pt x="372901" y="6835810"/>
                  </a:lnTo>
                  <a:cubicBezTo>
                    <a:pt x="343741" y="6729822"/>
                    <a:pt x="373381" y="6623551"/>
                    <a:pt x="363017" y="6518145"/>
                  </a:cubicBezTo>
                  <a:cubicBezTo>
                    <a:pt x="358372" y="6470360"/>
                    <a:pt x="362468" y="6422202"/>
                    <a:pt x="310498" y="6393936"/>
                  </a:cubicBezTo>
                  <a:cubicBezTo>
                    <a:pt x="303659" y="6390296"/>
                    <a:pt x="304819" y="6368800"/>
                    <a:pt x="305420" y="6355564"/>
                  </a:cubicBezTo>
                  <a:cubicBezTo>
                    <a:pt x="306594" y="6326166"/>
                    <a:pt x="314451" y="6296329"/>
                    <a:pt x="311030" y="6267729"/>
                  </a:cubicBezTo>
                  <a:cubicBezTo>
                    <a:pt x="304253" y="6208466"/>
                    <a:pt x="293104" y="6149393"/>
                    <a:pt x="281440" y="6090959"/>
                  </a:cubicBezTo>
                  <a:cubicBezTo>
                    <a:pt x="276978" y="6068911"/>
                    <a:pt x="266829" y="6048361"/>
                    <a:pt x="258928" y="6026981"/>
                  </a:cubicBezTo>
                  <a:cubicBezTo>
                    <a:pt x="254416" y="6015184"/>
                    <a:pt x="244605" y="6003083"/>
                    <a:pt x="245105" y="5991615"/>
                  </a:cubicBezTo>
                  <a:cubicBezTo>
                    <a:pt x="248075" y="5925141"/>
                    <a:pt x="216651" y="5867990"/>
                    <a:pt x="197441" y="5807458"/>
                  </a:cubicBezTo>
                  <a:cubicBezTo>
                    <a:pt x="188523" y="5779456"/>
                    <a:pt x="171697" y="5754078"/>
                    <a:pt x="159115" y="5727356"/>
                  </a:cubicBezTo>
                  <a:cubicBezTo>
                    <a:pt x="155717" y="5720411"/>
                    <a:pt x="152517" y="5712566"/>
                    <a:pt x="152306" y="5705270"/>
                  </a:cubicBezTo>
                  <a:cubicBezTo>
                    <a:pt x="151252" y="5663532"/>
                    <a:pt x="151674" y="5621922"/>
                    <a:pt x="150939" y="5580441"/>
                  </a:cubicBezTo>
                  <a:cubicBezTo>
                    <a:pt x="150326" y="5542748"/>
                    <a:pt x="147369" y="5505023"/>
                    <a:pt x="187956" y="5482729"/>
                  </a:cubicBezTo>
                  <a:cubicBezTo>
                    <a:pt x="194324" y="5479395"/>
                    <a:pt x="198291" y="5470181"/>
                    <a:pt x="201902" y="5463053"/>
                  </a:cubicBezTo>
                  <a:cubicBezTo>
                    <a:pt x="257480" y="5353065"/>
                    <a:pt x="249730" y="5298303"/>
                    <a:pt x="168174" y="5205662"/>
                  </a:cubicBezTo>
                  <a:cubicBezTo>
                    <a:pt x="159805" y="5196040"/>
                    <a:pt x="152161" y="5174340"/>
                    <a:pt x="157186" y="5166766"/>
                  </a:cubicBezTo>
                  <a:cubicBezTo>
                    <a:pt x="198743" y="5102508"/>
                    <a:pt x="186477" y="5038579"/>
                    <a:pt x="163999" y="4972256"/>
                  </a:cubicBezTo>
                  <a:cubicBezTo>
                    <a:pt x="158020" y="4955056"/>
                    <a:pt x="155299" y="4930181"/>
                    <a:pt x="163388" y="4915833"/>
                  </a:cubicBezTo>
                  <a:cubicBezTo>
                    <a:pt x="200708" y="4847649"/>
                    <a:pt x="186907" y="4780374"/>
                    <a:pt x="166361" y="4712964"/>
                  </a:cubicBezTo>
                  <a:cubicBezTo>
                    <a:pt x="163165" y="4702485"/>
                    <a:pt x="150748" y="4690669"/>
                    <a:pt x="140122" y="4687152"/>
                  </a:cubicBezTo>
                  <a:cubicBezTo>
                    <a:pt x="102452" y="4674589"/>
                    <a:pt x="86917" y="4644970"/>
                    <a:pt x="73058" y="4611951"/>
                  </a:cubicBezTo>
                  <a:cubicBezTo>
                    <a:pt x="50686" y="4559957"/>
                    <a:pt x="25516" y="4509149"/>
                    <a:pt x="3979" y="4456771"/>
                  </a:cubicBezTo>
                  <a:cubicBezTo>
                    <a:pt x="-1236" y="4443877"/>
                    <a:pt x="-726" y="4427139"/>
                    <a:pt x="2091" y="4412781"/>
                  </a:cubicBezTo>
                  <a:cubicBezTo>
                    <a:pt x="11653" y="4363733"/>
                    <a:pt x="45382" y="4329603"/>
                    <a:pt x="75905" y="4292897"/>
                  </a:cubicBezTo>
                  <a:cubicBezTo>
                    <a:pt x="89361" y="4276787"/>
                    <a:pt x="97880" y="4255660"/>
                    <a:pt x="104434" y="4235333"/>
                  </a:cubicBezTo>
                  <a:cubicBezTo>
                    <a:pt x="121200" y="4182569"/>
                    <a:pt x="135523" y="4128901"/>
                    <a:pt x="151065" y="4075686"/>
                  </a:cubicBezTo>
                  <a:cubicBezTo>
                    <a:pt x="152552" y="4070549"/>
                    <a:pt x="157315" y="4065932"/>
                    <a:pt x="161243" y="4061695"/>
                  </a:cubicBezTo>
                  <a:cubicBezTo>
                    <a:pt x="202828" y="4019095"/>
                    <a:pt x="244731" y="3976753"/>
                    <a:pt x="286285" y="3933862"/>
                  </a:cubicBezTo>
                  <a:cubicBezTo>
                    <a:pt x="294168" y="3925683"/>
                    <a:pt x="299393" y="3914571"/>
                    <a:pt x="306926" y="3905847"/>
                  </a:cubicBezTo>
                  <a:cubicBezTo>
                    <a:pt x="317292" y="3893589"/>
                    <a:pt x="326766" y="3878502"/>
                    <a:pt x="340015" y="3871199"/>
                  </a:cubicBezTo>
                  <a:cubicBezTo>
                    <a:pt x="381725" y="3848490"/>
                    <a:pt x="396760" y="3812013"/>
                    <a:pt x="400111" y="3767743"/>
                  </a:cubicBezTo>
                  <a:cubicBezTo>
                    <a:pt x="403294" y="3727294"/>
                    <a:pt x="405323" y="3686973"/>
                    <a:pt x="409694" y="3646690"/>
                  </a:cubicBezTo>
                  <a:cubicBezTo>
                    <a:pt x="414852" y="3597538"/>
                    <a:pt x="420910" y="3548579"/>
                    <a:pt x="428447" y="3499752"/>
                  </a:cubicBezTo>
                  <a:cubicBezTo>
                    <a:pt x="431696" y="3478619"/>
                    <a:pt x="435683" y="3456228"/>
                    <a:pt x="445033" y="3437349"/>
                  </a:cubicBezTo>
                  <a:cubicBezTo>
                    <a:pt x="470858" y="3384475"/>
                    <a:pt x="486179" y="3329236"/>
                    <a:pt x="471431" y="3272018"/>
                  </a:cubicBezTo>
                  <a:cubicBezTo>
                    <a:pt x="459682" y="3226180"/>
                    <a:pt x="472474" y="3185267"/>
                    <a:pt x="495919" y="3153432"/>
                  </a:cubicBezTo>
                  <a:cubicBezTo>
                    <a:pt x="538461" y="3095505"/>
                    <a:pt x="521296" y="3040311"/>
                    <a:pt x="499541" y="2985907"/>
                  </a:cubicBezTo>
                  <a:cubicBezTo>
                    <a:pt x="488276" y="2957871"/>
                    <a:pt x="486838" y="2934028"/>
                    <a:pt x="491640" y="2905697"/>
                  </a:cubicBezTo>
                  <a:cubicBezTo>
                    <a:pt x="502898" y="2840071"/>
                    <a:pt x="547705" y="2792141"/>
                    <a:pt x="586592" y="2746325"/>
                  </a:cubicBezTo>
                  <a:cubicBezTo>
                    <a:pt x="619786" y="2707275"/>
                    <a:pt x="636305" y="2665661"/>
                    <a:pt x="647211" y="2620857"/>
                  </a:cubicBezTo>
                  <a:cubicBezTo>
                    <a:pt x="661216" y="2564298"/>
                    <a:pt x="648982" y="2522027"/>
                    <a:pt x="598120" y="2501248"/>
                  </a:cubicBezTo>
                  <a:cubicBezTo>
                    <a:pt x="583733" y="2495506"/>
                    <a:pt x="566431" y="2484521"/>
                    <a:pt x="560897" y="2471368"/>
                  </a:cubicBezTo>
                  <a:cubicBezTo>
                    <a:pt x="533469" y="2407931"/>
                    <a:pt x="496686" y="2344634"/>
                    <a:pt x="506928" y="2272389"/>
                  </a:cubicBezTo>
                  <a:cubicBezTo>
                    <a:pt x="520879" y="2172517"/>
                    <a:pt x="509052" y="2077807"/>
                    <a:pt x="474122" y="1983284"/>
                  </a:cubicBezTo>
                  <a:cubicBezTo>
                    <a:pt x="417537" y="1829959"/>
                    <a:pt x="358639" y="1676886"/>
                    <a:pt x="349180" y="1510207"/>
                  </a:cubicBezTo>
                  <a:cubicBezTo>
                    <a:pt x="347619" y="1482573"/>
                    <a:pt x="326399" y="1451821"/>
                    <a:pt x="306451" y="1430003"/>
                  </a:cubicBezTo>
                  <a:cubicBezTo>
                    <a:pt x="268511" y="1388202"/>
                    <a:pt x="266127" y="1390512"/>
                    <a:pt x="287747" y="1336633"/>
                  </a:cubicBezTo>
                  <a:cubicBezTo>
                    <a:pt x="293070" y="1323756"/>
                    <a:pt x="295470" y="1308272"/>
                    <a:pt x="304326" y="1298229"/>
                  </a:cubicBezTo>
                  <a:cubicBezTo>
                    <a:pt x="349361" y="1247057"/>
                    <a:pt x="331041" y="1191986"/>
                    <a:pt x="317671" y="1136667"/>
                  </a:cubicBezTo>
                  <a:cubicBezTo>
                    <a:pt x="315148" y="1126990"/>
                    <a:pt x="311827" y="1115354"/>
                    <a:pt x="314959" y="1106522"/>
                  </a:cubicBezTo>
                  <a:cubicBezTo>
                    <a:pt x="329032" y="1066641"/>
                    <a:pt x="319157" y="1035231"/>
                    <a:pt x="290675" y="1004980"/>
                  </a:cubicBezTo>
                  <a:cubicBezTo>
                    <a:pt x="266138" y="978690"/>
                    <a:pt x="249805" y="947108"/>
                    <a:pt x="272712" y="910357"/>
                  </a:cubicBezTo>
                  <a:cubicBezTo>
                    <a:pt x="323486" y="828702"/>
                    <a:pt x="317578" y="747981"/>
                    <a:pt x="270963" y="667028"/>
                  </a:cubicBezTo>
                  <a:cubicBezTo>
                    <a:pt x="237707" y="609204"/>
                    <a:pt x="225082" y="549995"/>
                    <a:pt x="244986" y="483131"/>
                  </a:cubicBezTo>
                  <a:cubicBezTo>
                    <a:pt x="252708" y="457408"/>
                    <a:pt x="242285" y="426353"/>
                    <a:pt x="241465" y="397465"/>
                  </a:cubicBezTo>
                  <a:cubicBezTo>
                    <a:pt x="240850" y="381142"/>
                    <a:pt x="239176" y="363176"/>
                    <a:pt x="244890" y="348507"/>
                  </a:cubicBezTo>
                  <a:cubicBezTo>
                    <a:pt x="259350" y="309454"/>
                    <a:pt x="279299" y="272445"/>
                    <a:pt x="293439" y="233141"/>
                  </a:cubicBezTo>
                  <a:cubicBezTo>
                    <a:pt x="300152" y="214256"/>
                    <a:pt x="302437" y="192349"/>
                    <a:pt x="300513" y="172069"/>
                  </a:cubicBezTo>
                  <a:close/>
                </a:path>
              </a:pathLst>
            </a:custGeom>
            <a:blipFill>
              <a:blip r:embed="rId2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20184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12A70-B0BF-082D-0F2D-8FD323B3A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AI Layer</a:t>
            </a:r>
            <a:endParaRPr lang="en-PK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CC2922-DF5D-9B8E-C7D8-78E7BD18C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Technologies Used</a:t>
            </a:r>
            <a:endParaRPr lang="en-PK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5DAC31-39D8-C960-B4D1-C72B3F7F89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Processes</a:t>
            </a:r>
            <a:endParaRPr lang="en-PK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8FBACB-E5B5-928F-F7A2-40D821333B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016911" cy="3684588"/>
          </a:xfrm>
        </p:spPr>
        <p:txBody>
          <a:bodyPr/>
          <a:lstStyle/>
          <a:p>
            <a:r>
              <a:rPr lang="en-US" dirty="0"/>
              <a:t>AI Chatbot Responses</a:t>
            </a:r>
          </a:p>
          <a:p>
            <a:r>
              <a:rPr lang="en-US" dirty="0"/>
              <a:t>Automatic MCQ Generation</a:t>
            </a:r>
          </a:p>
          <a:p>
            <a:r>
              <a:rPr lang="en-US" dirty="0"/>
              <a:t>Educational Content Understanding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3A8061-C7A7-172B-8409-C9BB97A867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Google Gemini API</a:t>
            </a:r>
          </a:p>
          <a:p>
            <a:r>
              <a:rPr lang="en-US" dirty="0"/>
              <a:t>Google AI Studio</a:t>
            </a:r>
          </a:p>
          <a:p>
            <a:r>
              <a:rPr lang="en-US" dirty="0"/>
              <a:t>Prompt Engineering</a:t>
            </a:r>
          </a:p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4042982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Different colored organizers">
            <a:extLst>
              <a:ext uri="{FF2B5EF4-FFF2-40B4-BE49-F238E27FC236}">
                <a16:creationId xmlns:a16="http://schemas.microsoft.com/office/drawing/2014/main" id="{55EE46FF-2F76-FD3E-94B7-C70BA579D3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28" r="1" b="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781523-88B4-9F9C-CEC3-899F1B158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Storage Layer</a:t>
            </a:r>
            <a:endParaRPr lang="en-PK" sz="2800" b="1">
              <a:solidFill>
                <a:schemeClr val="bg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CCE67C-95D9-9794-556A-AADEAF0D6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User Profiles and Roles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Uploaded Lecture PDFs</a:t>
            </a:r>
          </a:p>
          <a:p>
            <a:r>
              <a:rPr lang="en-US" sz="1800" dirty="0">
                <a:solidFill>
                  <a:schemeClr val="bg1"/>
                </a:solidFill>
              </a:rPr>
              <a:t>Quiz Solution Files</a:t>
            </a:r>
          </a:p>
          <a:p>
            <a:r>
              <a:rPr lang="en-US" sz="1800" dirty="0">
                <a:solidFill>
                  <a:schemeClr val="bg1"/>
                </a:solidFill>
              </a:rPr>
              <a:t>Quiz Attempts and Score</a:t>
            </a:r>
          </a:p>
        </p:txBody>
      </p:sp>
    </p:spTree>
    <p:extLst>
      <p:ext uri="{BB962C8B-B14F-4D97-AF65-F5344CB8AC3E}">
        <p14:creationId xmlns:p14="http://schemas.microsoft.com/office/powerpoint/2010/main" val="28228751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A75659-5A6F-4F77-9679-678A00B9D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Robot operating a machine">
            <a:extLst>
              <a:ext uri="{FF2B5EF4-FFF2-40B4-BE49-F238E27FC236}">
                <a16:creationId xmlns:a16="http://schemas.microsoft.com/office/drawing/2014/main" id="{2D331E99-A762-A8F6-43E2-6EF4193832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8" r="1" b="1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30A3A45-140E-431E-AED0-07EF83631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35399" y="0"/>
            <a:ext cx="9756601" cy="6858000"/>
          </a:xfrm>
          <a:prstGeom prst="rect">
            <a:avLst/>
          </a:prstGeom>
          <a:gradFill>
            <a:gsLst>
              <a:gs pos="53000">
                <a:schemeClr val="tx1"/>
              </a:gs>
              <a:gs pos="35000">
                <a:schemeClr val="tx1">
                  <a:alpha val="76000"/>
                </a:schemeClr>
              </a:gs>
              <a:gs pos="19000">
                <a:schemeClr val="tx1">
                  <a:alpha val="4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C6A08B-FBC4-923B-3AB9-8D6AC4D0D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5868" y="1161288"/>
            <a:ext cx="3438144" cy="1124712"/>
          </a:xfrm>
        </p:spPr>
        <p:txBody>
          <a:bodyPr anchor="b">
            <a:normAutofit/>
          </a:bodyPr>
          <a:lstStyle/>
          <a:p>
            <a:r>
              <a:rPr lang="en-US" sz="2800" b="1">
                <a:solidFill>
                  <a:schemeClr val="bg1"/>
                </a:solidFill>
              </a:rPr>
              <a:t>Key Features</a:t>
            </a:r>
            <a:endParaRPr lang="en-PK" sz="2800" b="1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687333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53018" y="2443480"/>
            <a:ext cx="3218688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EE195-9A3A-0D70-3090-73B7BFD10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5868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AI Oral Pathology Tutor</a:t>
            </a:r>
          </a:p>
          <a:p>
            <a:r>
              <a:rPr lang="en-US" sz="1600" dirty="0">
                <a:solidFill>
                  <a:schemeClr val="bg1"/>
                </a:solidFill>
              </a:rPr>
              <a:t>Faculty Lecture PDF Upload</a:t>
            </a:r>
          </a:p>
          <a:p>
            <a:r>
              <a:rPr lang="en-US" sz="1600" dirty="0">
                <a:solidFill>
                  <a:schemeClr val="bg1"/>
                </a:solidFill>
              </a:rPr>
              <a:t>Automatic Quiz Generation</a:t>
            </a:r>
          </a:p>
          <a:p>
            <a:r>
              <a:rPr lang="en-US" sz="1600" dirty="0">
                <a:solidFill>
                  <a:schemeClr val="bg1"/>
                </a:solidFill>
              </a:rPr>
              <a:t>Quiz Solving Module</a:t>
            </a:r>
          </a:p>
          <a:p>
            <a:r>
              <a:rPr lang="en-US" sz="1600" dirty="0">
                <a:solidFill>
                  <a:schemeClr val="bg1"/>
                </a:solidFill>
              </a:rPr>
              <a:t>Faculty Uploaded Quiz Solutions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Student Performance Reports</a:t>
            </a:r>
          </a:p>
          <a:p>
            <a:r>
              <a:rPr lang="en-US" sz="1600" dirty="0">
                <a:solidFill>
                  <a:schemeClr val="bg1"/>
                </a:solidFill>
              </a:rPr>
              <a:t>Faculty Dashboard</a:t>
            </a:r>
          </a:p>
          <a:p>
            <a:r>
              <a:rPr lang="en-US" sz="1600" dirty="0">
                <a:solidFill>
                  <a:schemeClr val="bg1"/>
                </a:solidFill>
              </a:rPr>
              <a:t>AR Learning Module</a:t>
            </a:r>
          </a:p>
          <a:p>
            <a:r>
              <a:rPr lang="en-US" sz="1600" dirty="0">
                <a:solidFill>
                  <a:schemeClr val="bg1"/>
                </a:solidFill>
              </a:rPr>
              <a:t>Interactive 3D Dental Models</a:t>
            </a:r>
          </a:p>
        </p:txBody>
      </p:sp>
    </p:spTree>
    <p:extLst>
      <p:ext uri="{BB962C8B-B14F-4D97-AF65-F5344CB8AC3E}">
        <p14:creationId xmlns:p14="http://schemas.microsoft.com/office/powerpoint/2010/main" val="3460575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D3C5B0A-2F41-A05D-02F9-1F85391FB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en-US" sz="3200" b="1"/>
              <a:t>Results and Discussion</a:t>
            </a:r>
            <a:endParaRPr lang="en-PK" sz="3200" b="1"/>
          </a:p>
        </p:txBody>
      </p:sp>
      <p:pic>
        <p:nvPicPr>
          <p:cNvPr id="10" name="Picture 9" descr="Digital financial graph">
            <a:extLst>
              <a:ext uri="{FF2B5EF4-FFF2-40B4-BE49-F238E27FC236}">
                <a16:creationId xmlns:a16="http://schemas.microsoft.com/office/drawing/2014/main" id="{3BB1E394-259D-047D-7826-6331146B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35" r="12049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32FB363-42C0-23E1-31E8-B69AE2592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 fontScale="85000" lnSpcReduction="20000"/>
          </a:bodyPr>
          <a:lstStyle/>
          <a:p>
            <a:r>
              <a:rPr lang="en-US" sz="1800" dirty="0"/>
              <a:t>Successfully integrated Artificial Intelligence into dental education</a:t>
            </a:r>
          </a:p>
          <a:p>
            <a:r>
              <a:rPr lang="en-US" sz="1800" dirty="0"/>
              <a:t>AI Oral Pathology Tutor provided accurate exam-oriented explanations</a:t>
            </a:r>
          </a:p>
          <a:p>
            <a:r>
              <a:rPr lang="en-US" sz="1800" dirty="0"/>
              <a:t>Automatic quiz generation improved assessment preparation</a:t>
            </a:r>
          </a:p>
          <a:p>
            <a:r>
              <a:rPr lang="en-US" sz="1800" dirty="0"/>
              <a:t>Faculty dashboard enabled lecture uploads and performance monitoring</a:t>
            </a:r>
          </a:p>
          <a:p>
            <a:r>
              <a:rPr lang="en-US" sz="1800" dirty="0"/>
              <a:t>Student performance reports identified weak areas</a:t>
            </a:r>
          </a:p>
          <a:p>
            <a:r>
              <a:rPr lang="en-US" sz="1800" dirty="0"/>
              <a:t>AR and 3D modules improved anatomical visualization and understanding</a:t>
            </a:r>
            <a:endParaRPr lang="en-PK" sz="1700" dirty="0"/>
          </a:p>
        </p:txBody>
      </p:sp>
    </p:spTree>
    <p:extLst>
      <p:ext uri="{BB962C8B-B14F-4D97-AF65-F5344CB8AC3E}">
        <p14:creationId xmlns:p14="http://schemas.microsoft.com/office/powerpoint/2010/main" val="2442712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E3AAC2-3420-ED6C-7A2C-D94B587E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2368" y="694268"/>
            <a:ext cx="3553510" cy="54779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Conclusion</a:t>
            </a:r>
            <a:endParaRPr lang="en-PK" dirty="0">
              <a:solidFill>
                <a:schemeClr val="bg1"/>
              </a:solidFill>
            </a:endParaRPr>
          </a:p>
        </p:txBody>
      </p:sp>
      <p:grpSp>
        <p:nvGrpSpPr>
          <p:cNvPr id="10" name="Graphic 38">
            <a:extLst>
              <a:ext uri="{FF2B5EF4-FFF2-40B4-BE49-F238E27FC236}">
                <a16:creationId xmlns:a16="http://schemas.microsoft.com/office/drawing/2014/main" id="{1E8369D0-2C3B-4E27-AC6C-A246AC28CD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3D5586F-4573-4C57-9793-1EBFDC896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EED35EF-93A0-4921-941C-ECC67AE2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4" name="Graphic 4">
            <a:extLst>
              <a:ext uri="{FF2B5EF4-FFF2-40B4-BE49-F238E27FC236}">
                <a16:creationId xmlns:a16="http://schemas.microsoft.com/office/drawing/2014/main" id="{C6F74901-2A71-43C3-837C-27CCD6B6D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37426" y="2203010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92DF49A-063A-4F60-BE30-D26826492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0DCBBE0-7DEE-43ED-BEE3-ABB179CFC1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9FE8DF-D1B2-4074-9BDF-C458EA012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C143B5-6E24-417D-A035-65747A8E9D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31ED8C-8819-4FFB-BF3C-FDA6A90D4B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A39574D-5ECC-4A94-9CB6-646D90DA5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A73D6F7-977D-4026-8F68-CA63C162C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6348370-4FD9-4A99-BB05-944D5B0B0E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1146D46-43DB-4487-A191-0970511C3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17B7142-9D64-4D34-B23C-9471326AD6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8EB71CD-AB26-440E-A0D5-E1081DB55A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4423BD2-7458-4680-AF49-5013C9D30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5547DC8-8B87-4446-9CC9-65AF04A5FE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9" name="Oval 28">
            <a:extLst>
              <a:ext uri="{FF2B5EF4-FFF2-40B4-BE49-F238E27FC236}">
                <a16:creationId xmlns:a16="http://schemas.microsoft.com/office/drawing/2014/main" id="{EC11F68A-CC71-4196-BBF3-20CDCD75D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85F9950-F10E-4E64-962B-F7034578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9502" y="4752208"/>
            <a:ext cx="365021" cy="36502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80B11-E8B7-41BF-4E68-09110C46A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868" y="1130846"/>
            <a:ext cx="5217173" cy="4351338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chemeClr val="bg1"/>
                </a:solidFill>
              </a:rPr>
              <a:t>Developed an intelligent mobile educational platform for dentistry</a:t>
            </a:r>
          </a:p>
          <a:p>
            <a:r>
              <a:rPr lang="en-US" dirty="0">
                <a:solidFill>
                  <a:schemeClr val="bg1"/>
                </a:solidFill>
              </a:rPr>
              <a:t>Enhanced student understanding and examination preparation</a:t>
            </a:r>
          </a:p>
          <a:p>
            <a:r>
              <a:rPr lang="en-US" dirty="0">
                <a:solidFill>
                  <a:schemeClr val="bg1"/>
                </a:solidFill>
              </a:rPr>
              <a:t>Provided AI tutoring, quiz generation, faculty analytics, and AR learning</a:t>
            </a:r>
          </a:p>
          <a:p>
            <a:r>
              <a:rPr lang="en-US" dirty="0">
                <a:solidFill>
                  <a:schemeClr val="bg1"/>
                </a:solidFill>
              </a:rPr>
              <a:t>Demonstrated practical application of AI in dental education</a:t>
            </a:r>
          </a:p>
        </p:txBody>
      </p:sp>
    </p:spTree>
    <p:extLst>
      <p:ext uri="{BB962C8B-B14F-4D97-AF65-F5344CB8AC3E}">
        <p14:creationId xmlns:p14="http://schemas.microsoft.com/office/powerpoint/2010/main" val="846547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99050EE-26AF-4253-BD50-F0FCD965A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284" y="575361"/>
            <a:ext cx="5707277" cy="5707277"/>
          </a:xfrm>
          <a:prstGeom prst="ellipse">
            <a:avLst/>
          </a:prstGeom>
          <a:noFill/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825294-73CE-8F50-5893-CA7B3E91D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48452"/>
            <a:ext cx="4974771" cy="358778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Future Enhancements</a:t>
            </a:r>
            <a:endParaRPr lang="en-PK" b="1">
              <a:solidFill>
                <a:schemeClr val="bg1"/>
              </a:solidFill>
            </a:endParaRPr>
          </a:p>
        </p:txBody>
      </p:sp>
      <p:grpSp>
        <p:nvGrpSpPr>
          <p:cNvPr id="12" name="Graphic 190">
            <a:extLst>
              <a:ext uri="{FF2B5EF4-FFF2-40B4-BE49-F238E27FC236}">
                <a16:creationId xmlns:a16="http://schemas.microsoft.com/office/drawing/2014/main" id="{00E015F5-1A99-4E40-BC3D-770780299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93117" y="1193254"/>
            <a:ext cx="1291642" cy="429215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E6F571-2BB7-46DA-A3D9-B32ADDC16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905CC16-753C-4B9F-B3E2-C456795AE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6" name="Graphic 212">
            <a:extLst>
              <a:ext uri="{FF2B5EF4-FFF2-40B4-BE49-F238E27FC236}">
                <a16:creationId xmlns:a16="http://schemas.microsoft.com/office/drawing/2014/main" id="{D0C78466-EB6E-45A0-99A6-A00789ACD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18" name="Graphic 212">
            <a:extLst>
              <a:ext uri="{FF2B5EF4-FFF2-40B4-BE49-F238E27FC236}">
                <a16:creationId xmlns:a16="http://schemas.microsoft.com/office/drawing/2014/main" id="{E99F76E4-5DFD-4DBE-B042-66FBCD118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7727" y="421588"/>
            <a:ext cx="1291468" cy="1291468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0" name="Graphic 4">
            <a:extLst>
              <a:ext uri="{FF2B5EF4-FFF2-40B4-BE49-F238E27FC236}">
                <a16:creationId xmlns:a16="http://schemas.microsoft.com/office/drawing/2014/main" id="{5468B3A9-705E-43C3-A742-0619B0D8F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/>
          </a:solidFill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9D439AD-5D67-497C-B831-D17FC3E592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3F54BF2-C71C-45C5-9408-3B5E011B0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BBABE17-DB56-44AB-934B-63C07C79F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B483D20-A128-4076-AF54-88646172B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EFA818-FDDA-49E9-B11F-E9DC1854A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EA1F8728-F8F7-4828-A718-A15E7663E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DA1F73F-AA1D-41D7-BAAB-292FD94A3E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9441DEA-C85E-4B9C-A48D-8437854C4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5EBAA20-1368-4495-8D7C-820FAD8E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0FB92591-626C-4D2B-A3E6-EC8742D67B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392448D-513F-4528-9D8D-A151982041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1946BAE-1546-4EA4-A108-A799BF5D2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A8EC93-6A35-4D37-A8CB-59362BF875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FC3ECA2-E914-4D83-ABF9-B9FFD96E92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12B1108-9AAC-4F10-A64F-0D6963E518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84CDA0C-B2AB-4791-83B1-C053C061D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F857BF6B-E0CA-49C0-8827-B44CE8B92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D7B06A7-ADDF-4F27-B11F-08422FC18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8B0DA6C-71D7-4FCB-AE4C-035E0ADB50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EB078173-ADFB-480D-91A4-4D71C0109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AA4027A-C97B-4C9A-B04C-EBE2112200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C06DA92D-C6D0-4C7D-98CF-D9576912E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D6601653-3941-4C9B-BD39-62EECE23AE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BC4A394-4FFE-4BFE-9A59-2B624E071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EB4EABA5-FDCF-4F6F-8FF1-6FDFF5058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10F3C940-2320-488A-B24C-AB0A4FB53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F525BA82-37D8-47ED-AFF6-AE57124A4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C2D78955-C80F-4DA3-83AA-D28A5A6FA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C23DAAC-7C06-4012-8CBB-8E3126B68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0D19F80-DC80-49EC-8EDD-7889092C18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1F50BB3-EA39-4693-BAE1-1101EF0A41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0EFD45B-69A8-47F6-A5BF-779F7EB49F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E53C464-7272-4EBC-830B-CB29A9698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6BF10CE-C2AD-487A-9402-8D5C746ECF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064C7FE-F8EB-47EF-97FA-348A520599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991C553-06A1-4F26-BBBC-80F7E11E7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CE9C081-2191-4C84-956E-F106BB015C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92F6F03-BC34-40C6-8F17-7A169CD72F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5101B80-7351-4F0F-AB7D-3E40B4D266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570EE1D-95AC-4660-8E96-7C8A36FEB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385D9A56-2D15-4E0A-B981-E168F09064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28D0BA2F-9273-4EAA-AD17-C4EFE114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12CC54E-7976-4DC9-984C-45C2A23A72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8A3FC72-9FF9-41F6-97E0-45A0FEE946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48918C16-C9B6-40D5-93A0-DB547B644A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05612C6-4858-4854-A3D3-90CF1E1C75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8E88D77-C726-4008-849C-DA7361F885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24CFE7CA-C955-4365-90C3-6272CB9A3C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8B43FC8-B81C-490A-A346-4C6235DA8A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214D0221-0C97-4C71-B535-7506956EF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ED0C44EA-BD25-49A3-9EB8-9D8DED7C19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A3C9CCF2-15CC-4F7D-87F5-7FFEBAC9C2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AA321D8-1D2C-472C-A2DB-EBB74498DD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4680C1-4BB5-45DB-A558-82514418C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94F4CEF-82DD-4CFB-8EE3-4AB115F6A0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F186C9C-C620-4426-A674-E40F808F66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8929942C-BA3F-40EF-94DD-4A5C22C5B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234974B-3555-465B-95A7-1C63CE7386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0E38F9FD-48AC-4C3E-9E75-D1C0B555E0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AA72E26-5C3D-4231-9042-E00AE43E80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684433D-3C9E-4C19-A801-D51CF3064F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ADB0C3D-A021-4F40-93B3-76B61334FD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1781C18-F408-401D-8A86-99FFBB9895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9D958D9F-E4B0-48B1-ADA4-3053AFB5D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43EFCD46-F0FB-499C-81B9-3508FE5C8C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2B6A130F-CB85-4BDA-8DDF-8DAAB2F7D0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359DA40-CA94-4B1F-9BE6-C800BEEC77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73304FCD-8DAD-4BC8-A16E-84DDCA07F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CB4864C-8F67-4BE7-89CC-664EA25EC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845F543D-67FC-4640-A2A1-69DA6D052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DBDB2A9C-60E5-4F7E-BA2B-4DD1595FB9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72B10DA2-D88E-4952-BDB5-102E61B4B2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AC5F5BED-3698-4F52-9977-D8CA2DC031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E19CCEBC-AD20-45B2-A751-42B40BB31C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A978AD9-9A35-4B89-B3BC-61E54AD9EB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77D8C808-AFC9-42DD-B253-004890379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EECD0BF1-7C64-407E-8306-4C447B1D3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53B0F94-AC35-4CB2-878D-1DC7D68BE9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8EA50C2-BB5F-4368-AA91-67B207C1AB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DE45A7FE-0A45-45F6-8417-EBDA5A12D8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DA8B8DC8-F88C-432E-A8C2-8D13FE874F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D02C5430-233D-49F7-B852-181D2B2F6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76DB286F-9E15-441C-8697-57007B76C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34DC0EE-15B7-44AE-A7DC-8B5E22688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4FBE9900-F640-4248-9C4C-EDBE5E00AF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7FF04AF-F86B-49F8-AAB5-DA696591A1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10DCFEA-4572-47A3-A6BE-7B21F5758C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A42ED8E-CCC8-478F-9EF4-625B6330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46DF8F4-DF09-4E6C-887F-C9269E56A5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FF3916E-5C82-4956-A88B-81BFAC91B8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E5CF7AE-ED45-4AB5-9AEB-56FC964BFA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CFB132C-BEB1-4897-B1A4-97422811F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E49F21-E336-41BC-8256-85A9AB597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62510EE-BDCD-4393-9AD7-2D0C9A722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2420F94B-4F00-4C6C-97E3-BA5B5E6871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E712560A-A110-4132-85D5-21BBBFA8C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D1E3102B-23D5-43AE-A67D-583AAA52B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9D5ABE4E-EB80-423C-BBCE-9C1B77D9B0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BEB8CCC5-38F5-4892-A00B-14B645BBDF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8860175F-F7D5-4464-AD61-5B435528FE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28C20B0-98AA-4A5B-8CE1-236A3F6CA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8A56719F-13F0-4B75-8C04-DAACD8FD86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B30555DA-285C-4859-83DE-B16FF6DB13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67AF00E9-C8D6-41C4-9703-5468F51639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07F88BD-A2E8-4F25-BB43-9372C6C9F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DFAE35DA-8283-4F4B-8C00-FF8EFE39B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340DEBE-A255-48E2-B7B2-AE881651C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E968FB9-507A-4F2E-B346-15995081B1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DA99BD8-9C2B-46BF-AA27-ED405540D1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50C84F67-D2C2-48DF-8537-DF99C6024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5CAEB9A-26A6-4FBF-916B-19FC9B0BFC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E4DEDE1B-4819-4E4B-849E-330D7DF56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C441B73E-F19C-4313-8F46-F600603B36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4FE805-EF51-4859-A6DF-CF75F9A0F5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24CF2A5-BD9E-4570-8560-063BC70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BEC415C-7946-43B2-9AC8-348B6B5CD0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1B615AD5-3365-43D4-8E16-377A2A2F97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9D184DFD-DD33-491E-90FF-6E4ECA266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31B62FE1-0262-4B09-ABEA-8AA010137D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20C539C6-FAA9-4EBE-93D9-1F946E1449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C6EF3FF-09E5-4099-A49B-CA364A6E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B3C5E06F-8F1E-4771-AAE4-B34B1D6A3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38D5AE9-76CC-4AE4-B026-656EDCB01B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0F1A9B9-52AB-4527-BD4A-1802F7C96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46A57D78-C020-4EEF-971D-0C8802889A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666D7A3-5ABF-4EDE-A0C5-F2099B2D86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13BC460A-E0FF-4658-A2FD-A3AF4D51DF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26467CC2-3AB3-4D37-8323-385B7399F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563A1F58-33CE-4EDF-B902-3F43F69DA2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DCFAB2F-7E88-4A57-999A-2506A1FE7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571BEB66-3787-441F-BB54-80C05C6F13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641DC095-611E-4979-8664-6C0EB878FC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210B9ECF-D859-4919-A9D6-3208548F0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4FBC31D4-7E98-452C-8A87-822DE0432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E302346C-F328-435B-87ED-447C6F8542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94F507E-9E94-432E-AE8A-A6CB2C5D05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1FFAC4F0-FD7F-4943-B60E-E276F8B23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A8A5D871-92FD-43C3-BF94-0B524FA7D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6A79A241-1665-453E-ADD4-18892D4F8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81EABE18-4189-4E07-93C9-9B76673E3E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B658A0EE-6F09-4EF7-B5E7-F23A556BD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15EB019C-C95B-4DE3-BD17-DC20F8007A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948B3ED-79C1-47C8-B712-0BFB5536C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3387DB9-900B-422D-90F7-C5C7EB5D59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48FDCCF3-E6D6-4CD0-9D47-02FE785C7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BC14E8F6-33F6-47CE-9A24-EA71D7149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F78CC38F-63FC-4552-B17B-8D79D3C8F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89042823-A002-49CE-B03D-ED1291DC1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6EFC6CE-198B-489B-B1EE-72CE842628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49FEA23D-54D9-45D7-9325-1E2F638C9C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2DB04EE3-370F-49CE-BCFE-C2999C3CF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BCBCC34-797D-41A8-8AD1-7E03E1BBFF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AFF5C1F8-0EDE-4835-89E6-1FCB2EA395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6171D504-6300-457C-AFCC-064DBB3FC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2ACE739-C8C4-4495-B04C-C3AFC4481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F4771CD-CDCA-4FFE-8EF5-E42D1781E7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A10C0BFE-A8F9-4E21-9DFD-37A4D26C6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D8D4EF9-4EF7-4538-A4AE-439F9335E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E0500AB-5662-43B9-95C2-2EC80CC54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984021AD-A6A2-4CDA-A953-72FBA7598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FD1FBF47-CAC8-4385-9DC7-C9BB6167E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FBAEE482-005F-4288-8D66-09EA246C4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2C5DCF49-33DE-4AFF-818E-42F59F280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866903F3-208B-46D5-925B-254DC74291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2550D219-E342-4A38-BB89-575C1EE7A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B5485FC-95D0-4660-9594-2C9BD3B776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EA358DA-C7E8-4DF8-B7D6-CC5829565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7990E8BB-4369-4845-8436-A6F3FE1D1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D6C050C5-1951-434B-A7FE-D271E73F8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1" name="Graphic 4">
            <a:extLst>
              <a:ext uri="{FF2B5EF4-FFF2-40B4-BE49-F238E27FC236}">
                <a16:creationId xmlns:a16="http://schemas.microsoft.com/office/drawing/2014/main" id="{773717CC-ECEE-4ABF-BA61-C59F468017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0915" y="4748271"/>
            <a:ext cx="1330536" cy="1330521"/>
            <a:chOff x="5734037" y="3067039"/>
            <a:chExt cx="724483" cy="724489"/>
          </a:xfrm>
          <a:solidFill>
            <a:schemeClr val="bg1">
              <a:alpha val="60000"/>
            </a:schemeClr>
          </a:solidFill>
        </p:grpSpPr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9A4FAE41-62DF-4B8E-BD66-8EC206E0E3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067039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564C7F1F-5546-40DC-A16B-C9A3E45777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45583216-FC24-4B75-9703-DBEC401FF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FD0A70D-2E7E-4048-8145-0F45EDBBC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B703C78E-D176-4455-B7B5-2DB4F418DB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AD23B98E-D1FB-4BD9-BA4A-060BC8266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541992-EEDB-4D6B-BDA9-B66E58A170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08072B3B-B852-4186-ACFE-F61425132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2628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7B5DD2CA-BCBA-4F3E-B472-840067686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2628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C7335DFE-05E4-4D45-B035-1D85E7648E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ADCF9375-A092-491A-960D-A4DBB376C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95341599-7E99-490F-9AF8-07EAE5C8DB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E1C55EB0-818A-46E6-8D53-550310029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12628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319B036C-5BD8-4F3B-8935-96D50F410D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2628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A8445880-106C-4DC8-A250-D132F0D6F3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18543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52AA1DD-5DBE-43CD-9B85-63C7626929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2A412466-ED73-4944-83CE-224B1769C2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07E195A-10DB-494C-A547-E1D0C6F616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4CD4AECE-734D-4B90-984F-B2ABFA2B6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2927072E-8001-4AD1-A4C4-2EDBA3BF87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18543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499D6F50-E593-46A3-81D8-73389276B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18543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96E600-84B4-452B-AE40-295FC5807E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24467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CBBA17AC-C1AB-4BFC-A051-457275D1D6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244677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488E850C-90D5-4D0F-A57D-7809327EF3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9F98D808-AB13-4D8D-B4C5-9D32153462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95AFFBC0-FF37-4117-86FA-21ABDA17A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ED0AC42A-17B0-4154-968C-CAE2A04C28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2446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4A7A31A0-8490-4B9D-B9CC-7FF28053EB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24467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8188899C-6A74-43D8-B36C-F86B278C8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03829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1537EAA6-95B6-4674-A7B9-40F9AB7F59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F4B29507-C08F-4764-B703-0EB33A0FAC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4200E500-6A99-47FC-A30F-FA4C85DA8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9558677C-76AD-451F-AEEE-C5FEE4179C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79E472E5-A81A-44E7-AEBA-C3A593497B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5CD54F54-9E41-4635-A533-6CC6515E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22D6F46-74C0-49D9-8CD8-BC125E973D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363074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C6FAA6EC-EDF6-4522-ACD8-8D4F7FF872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5F8364DC-ED1A-482D-A418-7941B199C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1896D361-70A8-4528-940B-F306550F8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4D1CB00A-0CE1-4E25-ADCE-9562845F54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E1B6761E-B7C6-4218-B95F-F6DEC0066D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363074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CA081177-DAC3-4667-91A1-4CC885D4A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35007DC-BB8D-43BA-9598-AE79AA262E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222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6628B8A-02EC-44EF-B52C-5EBAFBCF9C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2DACEC99-8F4C-495C-8EAA-670A3A02ED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C8EFEAD4-1425-4357-9D8A-F326DABC6E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FDA70E94-A082-47D4-B4F8-142AEF1DC3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0E96E8A-1EEA-4F1D-8CFE-12DC9B9E7A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B12D7CC4-A548-4FF7-A6B2-9151CFA9E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B3F1C68-B597-4669-87F8-C80124ABE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067039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A57037D2-0958-4F34-815F-C8CA7F86AE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30AF3969-3F11-4157-B4B9-33B1314623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1D613E3-18F5-4426-ADEB-DEC123E16B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DC25548-A3A9-4018-A29B-6972D353F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EDE6372-94D2-435D-BD43-A20072D80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06703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29575A6-77E2-4199-8F0A-27C89330A0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2628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12EB506D-59AD-4011-80F8-36A2BDB95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92FD46FA-14EB-46A2-B4A3-ECD1F49BAC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1CD84E07-49A9-40E3-B34C-91C156C9C6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F3090306-C384-44A0-8C38-77397133B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2628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3515E97E-31A4-4273-AB55-8EAD74CB9E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2628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792F63CA-0494-43E2-A0AA-37C35C8326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185433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5389A040-E4CC-4CE7-8B9F-40ECA9ACE1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1BA51B23-705C-49BE-B606-8A9B623E0A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B16EF17A-F451-4B5B-9052-33A9116E9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1B20B7D1-27D7-4E1A-A317-E9E7A105A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1854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E3FADAF-FD1D-45B2-A40D-EBDD536E75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18543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301257BA-BCE2-4479-A04F-A9DBFAF92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244676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619D0ABC-04D9-405A-A52F-5EEC01762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123AE5C7-608A-47A7-B7A1-55662B70B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957BDA1A-3081-45EB-A31E-3F98EC6DC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683DDA50-C794-4DC5-8297-CFDEB8DCB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244676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FA42024A-A832-4635-9CE6-B968232CE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2446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564D00AA-3E68-4F56-80A0-08D5DFFB6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0382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D988A711-E3E8-4172-AFE1-60E93FF10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7A89FF34-EE34-461C-A3EF-73AC3801B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80D55E43-BE59-444D-B32B-9C0306A126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639C823F-B16B-4DF7-BA6E-0D832AAB2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E623C08-172F-41EA-90CB-59ED0D583B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0382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94C0577F-0FF9-47D5-8C6D-FC7B4CC31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36307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0C80E9D-7909-4C52-ACAD-80FF874F9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2B9598CE-4E74-4A54-BAB8-59379D211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E7188EAA-47E1-4B73-8682-C74A0421B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36900E8B-61F2-411F-B29F-A9CDC6E81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36307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A25598A-334A-487D-9604-4753EAE81E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363074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C8DBE472-045A-491C-AB7C-4153EE2B0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69" y="34222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2F6DD374-5D5F-48BB-8135-8F37EE2C2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386B8A5A-00D0-4291-937B-931B3F19CD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5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9C10BFA-8067-495D-810E-1F4085F7B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14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51F94E69-8294-4AB3-A457-3BD4ACF085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0" y="34222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AD2859C5-45C5-4EE2-8272-0FA7A0235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0" y="34222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4AFB321-1B9D-41AF-9686-8C689A3F4B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481374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5C4403F4-D893-4E4C-8DFE-E79AE6A62A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A894316-677B-4B51-AF19-0D3FAF96A7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07FDE9AD-8F5A-44B0-AC7E-30148150D0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4D0E6BA-489D-4EA4-994E-225F7D078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7EDFBCCB-EC92-4860-BBDB-2EC6355FE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48137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459DBA8E-2EB0-4C51-A161-2C595B89D4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FB1BA285-9A95-49B7-A098-F38400D92B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4062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D29C405E-90F5-4AB5-8B5F-3CA2F1815A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F7214FFD-3321-412F-9CA5-4BC6E874F9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5F16C3D8-64A1-443D-92A7-EA97518A6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E4EFAB9-436A-4B6B-A16B-8DA3F614A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37DDFC3-D7A5-443D-8417-D723296DA7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540620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253AC142-F4B4-47E8-BBEE-F7D0F8547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4062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890AAA82-94E2-41D0-AE92-9C87195CC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8" y="359977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FD33B856-EF4E-40FC-BDA0-9E26203D03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24AEBF58-C8A2-4D00-9AFB-B5012AEA36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3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21270E55-4211-4529-BDC3-29B80BDF5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6DD7E91-EFBB-4DD7-B30F-4A13C20BED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96260F31-66FB-4E2C-801E-701C2B859A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59977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B5FEE1C9-3961-4400-AD3E-B5AD93A474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59977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4E1BE05-269F-4A13-99FE-2A973A0E77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7" y="3659014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D591FBD-65C6-46C4-AF19-875D652DC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2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5F7E635-CB45-4346-BBFB-10FF0576AF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2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3BDAC885-F0B3-4D66-8587-438465298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427A7E1-71C9-42CC-9CAF-53642DC4D0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8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0BF60C4-2E5D-473E-96B6-D22BB8536F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3" y="3659014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4703732-1088-4448-ACC0-D8BD901B2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4" y="365901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6777D706-23BF-4962-98D3-D5AE7DF4E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39" y="371816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783FF777-4C59-44D0-9441-2B40E0A70E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2037F33C-65F4-44B6-9CB2-D32D1552C6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4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E73BA403-F3FD-4D76-A516-5698375D6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7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0AF0D29B-415A-4327-A4B4-B5DC8F0AC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29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374A9388-F55E-4F94-817D-5BFF0B59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74" y="371816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30C52183-F223-4E0A-B713-C91589CEB8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25" y="371816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A6BEE030-DC6B-4CB1-A01B-95CC82552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40" y="3777410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2D41CF67-37BB-443C-85CF-2A05174FD4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85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65A449CF-396F-45B8-B268-6824A4E89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36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9C20A7EF-7013-4D6C-ADD8-868A931DF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83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87692C-3BA9-4D4D-82F8-E497797AA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35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A6D539D6-A55E-40F5-83AC-A77340524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82" y="377741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D4D7922F-CA55-4202-B99F-ED303E7044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31" y="377740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4120C846-A602-4B6C-9C07-11D2B0F8A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481374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4B5D527-4684-45F5-84CE-73642492DB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FF31CF21-8169-4D45-A115-9CF8D3718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A8762B9-9CD8-4676-93F5-6C9358A94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A183E80A-70D1-4F52-A92D-D396648CCB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481374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83FBB0F7-E17E-4890-9B66-3625BA1468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481373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708E7BF1-2D4D-44AB-A5CC-0ED91B8462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4062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4B468C4E-6F63-4172-AE1F-8965744DBC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4062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974C7149-F567-4D55-8F48-511DCF3A8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406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54A551FA-7E10-4D28-9A10-B9A06C0780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4062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1D04F3C0-CE2C-4B8D-A5BD-0E994FD8D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406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D2EA9230-DD52-48A9-B268-56744EA506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40631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043A05F5-A8CF-4D01-AF12-95D1ECAE46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5997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1F47C6BC-BD1A-4291-B018-05E5A72E4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E5B89844-FD17-4048-A3F5-35E390C6E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5593F34-8B0E-4D34-9781-B594E2F5D7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5997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4428E4BB-2263-4D19-8254-C9B54B8565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5997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2366216E-6EA2-4872-8370-C5EC22520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59978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D66F8E3F-BF33-4F99-A1F0-EB5885BF2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65902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EB506747-ED9D-43EA-BD67-DF7971849E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C803CE8-FFF7-40EA-AF62-102724C32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7EF6FFCA-06CC-4395-AEB0-425719A42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0D95F285-AAC0-4F32-8665-2677878BD3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DFCCA2E-BF12-4D26-A5A4-A03387546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65902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2ABEAC60-6AC3-4D6A-95F9-2E79F6BE00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6" y="371817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FA6015B7-49FE-4729-B2F4-585F0F305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7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D611DEB1-76FE-4625-9449-88E52D15F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7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97F031C1-1AA7-4CA7-ADD3-E0577626E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2" y="371817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96F5D0CB-22E6-4536-8403-F42527F31F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68" y="3718172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A32718AB-7401-4F66-9C77-E06C3CF7CD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17" y="371817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5B6B5F1-D1E4-45A3-8117-348D02D2A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72" y="377741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534869FD-184C-42DB-B9DA-293DB67E5E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22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A781504F-CAFD-4201-B288-8B4A809B43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68" y="377741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D9FC8348-2BA6-4631-8AA7-D63CD898C5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24" y="3777383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C1AF95A2-64EA-45E2-A43B-1EBD569109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7" y="37774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CFC80050-240D-434A-BFCB-DE4DA4FAF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F3532-68F2-5617-8EE2-408517B0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130846"/>
            <a:ext cx="4974771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Real-time voice-based AI tutor</a:t>
            </a:r>
          </a:p>
          <a:p>
            <a:r>
              <a:rPr lang="en-US" dirty="0">
                <a:solidFill>
                  <a:schemeClr val="bg1"/>
                </a:solidFill>
              </a:rPr>
              <a:t>Full </a:t>
            </a:r>
            <a:r>
              <a:rPr lang="en-US" dirty="0" err="1">
                <a:solidFill>
                  <a:schemeClr val="bg1"/>
                </a:solidFill>
              </a:rPr>
              <a:t>ARCore</a:t>
            </a:r>
            <a:r>
              <a:rPr lang="en-US" dirty="0">
                <a:solidFill>
                  <a:schemeClr val="bg1"/>
                </a:solidFill>
              </a:rPr>
              <a:t> integration</a:t>
            </a:r>
          </a:p>
          <a:p>
            <a:r>
              <a:rPr lang="en-US" dirty="0">
                <a:solidFill>
                  <a:schemeClr val="bg1"/>
                </a:solidFill>
              </a:rPr>
              <a:t>Advanced disease-specific 3D models</a:t>
            </a:r>
          </a:p>
          <a:p>
            <a:r>
              <a:rPr lang="en-US" dirty="0">
                <a:solidFill>
                  <a:schemeClr val="bg1"/>
                </a:solidFill>
              </a:rPr>
              <a:t>Adaptive personalized quizzes</a:t>
            </a:r>
          </a:p>
          <a:p>
            <a:r>
              <a:rPr lang="en-US" dirty="0">
                <a:solidFill>
                  <a:schemeClr val="bg1"/>
                </a:solidFill>
              </a:rPr>
              <a:t>Offline learning mode</a:t>
            </a:r>
          </a:p>
          <a:p>
            <a:r>
              <a:rPr lang="en-US" dirty="0">
                <a:solidFill>
                  <a:schemeClr val="bg1"/>
                </a:solidFill>
              </a:rPr>
              <a:t>Cloud synchronization across devices</a:t>
            </a:r>
          </a:p>
          <a:p>
            <a:r>
              <a:rPr lang="en-US" dirty="0">
                <a:solidFill>
                  <a:schemeClr val="bg1"/>
                </a:solidFill>
              </a:rPr>
              <a:t>Multi-language educational support</a:t>
            </a:r>
            <a:endParaRPr lang="en-PK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2213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highway near the ocean">
            <a:extLst>
              <a:ext uri="{FF2B5EF4-FFF2-40B4-BE49-F238E27FC236}">
                <a16:creationId xmlns:a16="http://schemas.microsoft.com/office/drawing/2014/main" id="{D192C922-C5D9-3A21-A3A5-AC3F71C28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>
            <a:fillRect/>
          </a:stretch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F4C9F-1A13-2FE3-04EE-788A9BC1A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87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369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OdontoVision AI Interactive Educational Application in Odontogenic Oral Pathology</vt:lpstr>
      <vt:lpstr>Project Overview</vt:lpstr>
      <vt:lpstr>Objectives</vt:lpstr>
      <vt:lpstr>Development Methodology</vt:lpstr>
      <vt:lpstr>System Architecture</vt:lpstr>
      <vt:lpstr>Frontend Layer</vt:lpstr>
      <vt:lpstr>Technologies Used</vt:lpstr>
      <vt:lpstr>Modules</vt:lpstr>
      <vt:lpstr>Backend Layer</vt:lpstr>
      <vt:lpstr>Technology Used</vt:lpstr>
      <vt:lpstr>Functionalities</vt:lpstr>
      <vt:lpstr>AI Layer</vt:lpstr>
      <vt:lpstr>Storage Layer</vt:lpstr>
      <vt:lpstr>Key Features</vt:lpstr>
      <vt:lpstr>Results and Discussion</vt:lpstr>
      <vt:lpstr>Conclusion</vt:lpstr>
      <vt:lpstr>Future Enhancements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03-134222-044</dc:creator>
  <cp:lastModifiedBy>03-134222-044</cp:lastModifiedBy>
  <cp:revision>10</cp:revision>
  <dcterms:created xsi:type="dcterms:W3CDTF">2026-05-14T16:48:39Z</dcterms:created>
  <dcterms:modified xsi:type="dcterms:W3CDTF">2026-05-19T07:31:00Z</dcterms:modified>
</cp:coreProperties>
</file>